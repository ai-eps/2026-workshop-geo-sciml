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E7DC8B-A791-45F4-8C46-630A879CA836}" v="75" dt="2026-05-31T11:03:4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8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3.xml"/><Relationship Id="rId20" Type="http://schemas.openxmlformats.org/officeDocument/2006/relationships/slide" Target="slides/slide7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1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6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theme" Target="theme/theme1.xml"/><Relationship Id="rId8" Type="http://schemas.openxmlformats.org/officeDocument/2006/relationships/slideMaster" Target="slideMasters/slideMaster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shra Pankaj (GTK)" userId="4328a380-0dfc-4049-8d41-89585a7f87df" providerId="ADAL" clId="{F2BE9A31-843C-482A-91A0-7817B974A80E}"/>
    <pc:docChg chg="undo custSel modSld">
      <pc:chgData name="Mishra Pankaj (GTK)" userId="4328a380-0dfc-4049-8d41-89585a7f87df" providerId="ADAL" clId="{F2BE9A31-843C-482A-91A0-7817B974A80E}" dt="2026-05-31T14:24:13.770" v="228" actId="20577"/>
      <pc:docMkLst>
        <pc:docMk/>
      </pc:docMkLst>
      <pc:sldChg chg="addSp delSp modSp mod">
        <pc:chgData name="Mishra Pankaj (GTK)" userId="4328a380-0dfc-4049-8d41-89585a7f87df" providerId="ADAL" clId="{F2BE9A31-843C-482A-91A0-7817B974A80E}" dt="2026-05-31T14:23:42.087" v="214" actId="114"/>
        <pc:sldMkLst>
          <pc:docMk/>
          <pc:sldMk cId="0" sldId="256"/>
        </pc:sldMkLst>
        <pc:spChg chg="add mod">
          <ac:chgData name="Mishra Pankaj (GTK)" userId="4328a380-0dfc-4049-8d41-89585a7f87df" providerId="ADAL" clId="{F2BE9A31-843C-482A-91A0-7817B974A80E}" dt="2026-05-31T10:58:20.892" v="38" actId="1076"/>
          <ac:spMkLst>
            <pc:docMk/>
            <pc:sldMk cId="0" sldId="256"/>
            <ac:spMk id="3" creationId="{D5756202-EC08-6855-6B19-255DA517D688}"/>
          </ac:spMkLst>
        </pc:spChg>
        <pc:spChg chg="add del mod">
          <ac:chgData name="Mishra Pankaj (GTK)" userId="4328a380-0dfc-4049-8d41-89585a7f87df" providerId="ADAL" clId="{F2BE9A31-843C-482A-91A0-7817B974A80E}" dt="2026-05-31T10:56:07.670" v="22"/>
          <ac:spMkLst>
            <pc:docMk/>
            <pc:sldMk cId="0" sldId="256"/>
            <ac:spMk id="4" creationId="{603B6437-90CB-7F60-3E82-858BA9207712}"/>
          </ac:spMkLst>
        </pc:spChg>
        <pc:spChg chg="add mod">
          <ac:chgData name="Mishra Pankaj (GTK)" userId="4328a380-0dfc-4049-8d41-89585a7f87df" providerId="ADAL" clId="{F2BE9A31-843C-482A-91A0-7817B974A80E}" dt="2026-05-31T10:58:54.180" v="130" actId="1076"/>
          <ac:spMkLst>
            <pc:docMk/>
            <pc:sldMk cId="0" sldId="256"/>
            <ac:spMk id="5" creationId="{38ECFC44-397A-8512-A214-5192974A5873}"/>
          </ac:spMkLst>
        </pc:spChg>
        <pc:spChg chg="mod">
          <ac:chgData name="Mishra Pankaj (GTK)" userId="4328a380-0dfc-4049-8d41-89585a7f87df" providerId="ADAL" clId="{F2BE9A31-843C-482A-91A0-7817B974A80E}" dt="2026-05-31T10:57:40.698" v="33" actId="207"/>
          <ac:spMkLst>
            <pc:docMk/>
            <pc:sldMk cId="0" sldId="256"/>
            <ac:spMk id="103" creationId="{00000000-0000-0000-0000-000000000000}"/>
          </ac:spMkLst>
        </pc:spChg>
        <pc:spChg chg="mod">
          <ac:chgData name="Mishra Pankaj (GTK)" userId="4328a380-0dfc-4049-8d41-89585a7f87df" providerId="ADAL" clId="{F2BE9A31-843C-482A-91A0-7817B974A80E}" dt="2026-05-31T14:23:42.087" v="214" actId="114"/>
          <ac:spMkLst>
            <pc:docMk/>
            <pc:sldMk cId="0" sldId="256"/>
            <ac:spMk id="104" creationId="{00000000-0000-0000-0000-000000000000}"/>
          </ac:spMkLst>
        </pc:spChg>
        <pc:picChg chg="add mod">
          <ac:chgData name="Mishra Pankaj (GTK)" userId="4328a380-0dfc-4049-8d41-89585a7f87df" providerId="ADAL" clId="{F2BE9A31-843C-482A-91A0-7817B974A80E}" dt="2026-05-31T10:58:20.892" v="38" actId="1076"/>
          <ac:picMkLst>
            <pc:docMk/>
            <pc:sldMk cId="0" sldId="256"/>
            <ac:picMk id="1026" creationId="{AC6E69E1-2EC6-534A-FA05-6648E80E45AF}"/>
          </ac:picMkLst>
        </pc:picChg>
      </pc:sldChg>
      <pc:sldChg chg="addSp delSp modSp mod">
        <pc:chgData name="Mishra Pankaj (GTK)" userId="4328a380-0dfc-4049-8d41-89585a7f87df" providerId="ADAL" clId="{F2BE9A31-843C-482A-91A0-7817B974A80E}" dt="2026-05-31T11:02:51.818" v="207" actId="478"/>
        <pc:sldMkLst>
          <pc:docMk/>
          <pc:sldMk cId="0" sldId="257"/>
        </pc:sldMkLst>
        <pc:spChg chg="add mod">
          <ac:chgData name="Mishra Pankaj (GTK)" userId="4328a380-0dfc-4049-8d41-89585a7f87df" providerId="ADAL" clId="{F2BE9A31-843C-482A-91A0-7817B974A80E}" dt="2026-05-31T10:59:12.524" v="131"/>
          <ac:spMkLst>
            <pc:docMk/>
            <pc:sldMk cId="0" sldId="257"/>
            <ac:spMk id="2" creationId="{F82C0B55-8D7E-E078-9981-204601F1B9E9}"/>
          </ac:spMkLst>
        </pc:spChg>
        <pc:spChg chg="add del mod">
          <ac:chgData name="Mishra Pankaj (GTK)" userId="4328a380-0dfc-4049-8d41-89585a7f87df" providerId="ADAL" clId="{F2BE9A31-843C-482A-91A0-7817B974A80E}" dt="2026-05-31T11:02:49.501" v="205" actId="478"/>
          <ac:spMkLst>
            <pc:docMk/>
            <pc:sldMk cId="0" sldId="257"/>
            <ac:spMk id="4" creationId="{8EB13EC5-0A37-CAEE-5D97-DB04D9E525B5}"/>
          </ac:spMkLst>
        </pc:spChg>
        <pc:spChg chg="add del mod">
          <ac:chgData name="Mishra Pankaj (GTK)" userId="4328a380-0dfc-4049-8d41-89585a7f87df" providerId="ADAL" clId="{F2BE9A31-843C-482A-91A0-7817B974A80E}" dt="2026-05-31T11:02:51.818" v="207" actId="478"/>
          <ac:spMkLst>
            <pc:docMk/>
            <pc:sldMk cId="0" sldId="257"/>
            <ac:spMk id="6" creationId="{7A4FDC6D-2B97-B8A5-E070-1AF8E97B8B48}"/>
          </ac:spMkLst>
        </pc:spChg>
        <pc:spChg chg="add mod">
          <ac:chgData name="Mishra Pankaj (GTK)" userId="4328a380-0dfc-4049-8d41-89585a7f87df" providerId="ADAL" clId="{F2BE9A31-843C-482A-91A0-7817B974A80E}" dt="2026-05-31T11:02:44.706" v="204"/>
          <ac:spMkLst>
            <pc:docMk/>
            <pc:sldMk cId="0" sldId="257"/>
            <ac:spMk id="7" creationId="{888622F0-95F9-68C8-20E7-D7205DA0C6FA}"/>
          </ac:spMkLst>
        </pc:spChg>
        <pc:picChg chg="add mod">
          <ac:chgData name="Mishra Pankaj (GTK)" userId="4328a380-0dfc-4049-8d41-89585a7f87df" providerId="ADAL" clId="{F2BE9A31-843C-482A-91A0-7817B974A80E}" dt="2026-05-31T10:59:12.524" v="131"/>
          <ac:picMkLst>
            <pc:docMk/>
            <pc:sldMk cId="0" sldId="257"/>
            <ac:picMk id="3" creationId="{FA7FA542-033F-7DC4-4490-3D59E3DC2E01}"/>
          </ac:picMkLst>
        </pc:picChg>
        <pc:picChg chg="add del mod">
          <ac:chgData name="Mishra Pankaj (GTK)" userId="4328a380-0dfc-4049-8d41-89585a7f87df" providerId="ADAL" clId="{F2BE9A31-843C-482A-91A0-7817B974A80E}" dt="2026-05-31T11:02:50.370" v="206" actId="478"/>
          <ac:picMkLst>
            <pc:docMk/>
            <pc:sldMk cId="0" sldId="257"/>
            <ac:picMk id="5" creationId="{5D905681-78F9-178F-16A9-C5D820A675F5}"/>
          </ac:picMkLst>
        </pc:picChg>
        <pc:picChg chg="add mod">
          <ac:chgData name="Mishra Pankaj (GTK)" userId="4328a380-0dfc-4049-8d41-89585a7f87df" providerId="ADAL" clId="{F2BE9A31-843C-482A-91A0-7817B974A80E}" dt="2026-05-31T11:02:44.706" v="204"/>
          <ac:picMkLst>
            <pc:docMk/>
            <pc:sldMk cId="0" sldId="257"/>
            <ac:picMk id="8" creationId="{27959A8B-5AF2-5FDA-7D15-D70C017D3737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2:55.483" v="208"/>
        <pc:sldMkLst>
          <pc:docMk/>
          <pc:sldMk cId="0" sldId="258"/>
        </pc:sldMkLst>
        <pc:spChg chg="add mod">
          <ac:chgData name="Mishra Pankaj (GTK)" userId="4328a380-0dfc-4049-8d41-89585a7f87df" providerId="ADAL" clId="{F2BE9A31-843C-482A-91A0-7817B974A80E}" dt="2026-05-31T11:00:36.158" v="152"/>
          <ac:spMkLst>
            <pc:docMk/>
            <pc:sldMk cId="0" sldId="258"/>
            <ac:spMk id="2" creationId="{7894C4FF-2385-A4A8-614F-40BC725A3FF1}"/>
          </ac:spMkLst>
        </pc:spChg>
        <pc:spChg chg="add mod">
          <ac:chgData name="Mishra Pankaj (GTK)" userId="4328a380-0dfc-4049-8d41-89585a7f87df" providerId="ADAL" clId="{F2BE9A31-843C-482A-91A0-7817B974A80E}" dt="2026-05-31T11:00:36.158" v="152"/>
          <ac:spMkLst>
            <pc:docMk/>
            <pc:sldMk cId="0" sldId="258"/>
            <ac:spMk id="4" creationId="{F8DF771F-23D0-E917-E1D1-1748F38FE818}"/>
          </ac:spMkLst>
        </pc:spChg>
        <pc:spChg chg="add mod">
          <ac:chgData name="Mishra Pankaj (GTK)" userId="4328a380-0dfc-4049-8d41-89585a7f87df" providerId="ADAL" clId="{F2BE9A31-843C-482A-91A0-7817B974A80E}" dt="2026-05-31T11:02:55.483" v="208"/>
          <ac:spMkLst>
            <pc:docMk/>
            <pc:sldMk cId="0" sldId="258"/>
            <ac:spMk id="5" creationId="{7DEF847B-4C48-3CBE-22AC-5B8EA0B15054}"/>
          </ac:spMkLst>
        </pc:spChg>
        <pc:picChg chg="add mod">
          <ac:chgData name="Mishra Pankaj (GTK)" userId="4328a380-0dfc-4049-8d41-89585a7f87df" providerId="ADAL" clId="{F2BE9A31-843C-482A-91A0-7817B974A80E}" dt="2026-05-31T11:00:36.158" v="152"/>
          <ac:picMkLst>
            <pc:docMk/>
            <pc:sldMk cId="0" sldId="258"/>
            <ac:picMk id="3" creationId="{7F90F5B8-3A5A-4D22-E33E-08EBBCB5D337}"/>
          </ac:picMkLst>
        </pc:picChg>
        <pc:picChg chg="add mod">
          <ac:chgData name="Mishra Pankaj (GTK)" userId="4328a380-0dfc-4049-8d41-89585a7f87df" providerId="ADAL" clId="{F2BE9A31-843C-482A-91A0-7817B974A80E}" dt="2026-05-31T11:02:55.483" v="208"/>
          <ac:picMkLst>
            <pc:docMk/>
            <pc:sldMk cId="0" sldId="258"/>
            <ac:picMk id="6" creationId="{A0498BEF-6414-0EC5-5B98-AAC807031205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2:59.500" v="209"/>
        <pc:sldMkLst>
          <pc:docMk/>
          <pc:sldMk cId="0" sldId="259"/>
        </pc:sldMkLst>
        <pc:spChg chg="add mod">
          <ac:chgData name="Mishra Pankaj (GTK)" userId="4328a380-0dfc-4049-8d41-89585a7f87df" providerId="ADAL" clId="{F2BE9A31-843C-482A-91A0-7817B974A80E}" dt="2026-05-31T11:00:43.889" v="153"/>
          <ac:spMkLst>
            <pc:docMk/>
            <pc:sldMk cId="0" sldId="259"/>
            <ac:spMk id="2" creationId="{5D8E11E5-ACB2-848E-68DF-56225E2450E6}"/>
          </ac:spMkLst>
        </pc:spChg>
        <pc:spChg chg="add mod">
          <ac:chgData name="Mishra Pankaj (GTK)" userId="4328a380-0dfc-4049-8d41-89585a7f87df" providerId="ADAL" clId="{F2BE9A31-843C-482A-91A0-7817B974A80E}" dt="2026-05-31T11:00:43.889" v="153"/>
          <ac:spMkLst>
            <pc:docMk/>
            <pc:sldMk cId="0" sldId="259"/>
            <ac:spMk id="4" creationId="{8F1C43AB-FCBA-2102-B5D0-B8831ECEFBE5}"/>
          </ac:spMkLst>
        </pc:spChg>
        <pc:spChg chg="add mod">
          <ac:chgData name="Mishra Pankaj (GTK)" userId="4328a380-0dfc-4049-8d41-89585a7f87df" providerId="ADAL" clId="{F2BE9A31-843C-482A-91A0-7817B974A80E}" dt="2026-05-31T11:02:59.500" v="209"/>
          <ac:spMkLst>
            <pc:docMk/>
            <pc:sldMk cId="0" sldId="259"/>
            <ac:spMk id="5" creationId="{551B3D62-32A1-75CC-D4F0-DE49BF055C84}"/>
          </ac:spMkLst>
        </pc:spChg>
        <pc:picChg chg="add mod">
          <ac:chgData name="Mishra Pankaj (GTK)" userId="4328a380-0dfc-4049-8d41-89585a7f87df" providerId="ADAL" clId="{F2BE9A31-843C-482A-91A0-7817B974A80E}" dt="2026-05-31T11:00:43.889" v="153"/>
          <ac:picMkLst>
            <pc:docMk/>
            <pc:sldMk cId="0" sldId="259"/>
            <ac:picMk id="3" creationId="{A48BD6C7-8C60-93C4-A2F4-67AEF318F8BE}"/>
          </ac:picMkLst>
        </pc:picChg>
        <pc:picChg chg="add mod">
          <ac:chgData name="Mishra Pankaj (GTK)" userId="4328a380-0dfc-4049-8d41-89585a7f87df" providerId="ADAL" clId="{F2BE9A31-843C-482A-91A0-7817B974A80E}" dt="2026-05-31T11:02:59.500" v="209"/>
          <ac:picMkLst>
            <pc:docMk/>
            <pc:sldMk cId="0" sldId="259"/>
            <ac:picMk id="6" creationId="{831EE5A9-AAB6-D64E-2CC8-00A03BFE1B6C}"/>
          </ac:picMkLst>
        </pc:picChg>
      </pc:sldChg>
      <pc:sldChg chg="addSp delSp modSp mod">
        <pc:chgData name="Mishra Pankaj (GTK)" userId="4328a380-0dfc-4049-8d41-89585a7f87df" providerId="ADAL" clId="{F2BE9A31-843C-482A-91A0-7817B974A80E}" dt="2026-05-31T11:02:38.403" v="203" actId="1076"/>
        <pc:sldMkLst>
          <pc:docMk/>
          <pc:sldMk cId="0" sldId="260"/>
        </pc:sldMkLst>
        <pc:spChg chg="add del mod">
          <ac:chgData name="Mishra Pankaj (GTK)" userId="4328a380-0dfc-4049-8d41-89585a7f87df" providerId="ADAL" clId="{F2BE9A31-843C-482A-91A0-7817B974A80E}" dt="2026-05-31T11:01:01.066" v="184" actId="478"/>
          <ac:spMkLst>
            <pc:docMk/>
            <pc:sldMk cId="0" sldId="260"/>
            <ac:spMk id="2" creationId="{780B46C4-65B8-0F76-3AF0-22F665937102}"/>
          </ac:spMkLst>
        </pc:spChg>
        <pc:spChg chg="add del mod">
          <ac:chgData name="Mishra Pankaj (GTK)" userId="4328a380-0dfc-4049-8d41-89585a7f87df" providerId="ADAL" clId="{F2BE9A31-843C-482A-91A0-7817B974A80E}" dt="2026-05-31T11:01:01.066" v="184" actId="478"/>
          <ac:spMkLst>
            <pc:docMk/>
            <pc:sldMk cId="0" sldId="260"/>
            <ac:spMk id="4" creationId="{A6CDF00C-763D-29EA-A51F-D85612E5743E}"/>
          </ac:spMkLst>
        </pc:spChg>
        <pc:spChg chg="add mod">
          <ac:chgData name="Mishra Pankaj (GTK)" userId="4328a380-0dfc-4049-8d41-89585a7f87df" providerId="ADAL" clId="{F2BE9A31-843C-482A-91A0-7817B974A80E}" dt="2026-05-31T11:02:38.403" v="203" actId="1076"/>
          <ac:spMkLst>
            <pc:docMk/>
            <pc:sldMk cId="0" sldId="260"/>
            <ac:spMk id="5" creationId="{0010EA26-DD5D-6F02-447E-3702DE03A089}"/>
          </ac:spMkLst>
        </pc:spChg>
        <pc:spChg chg="add del mod">
          <ac:chgData name="Mishra Pankaj (GTK)" userId="4328a380-0dfc-4049-8d41-89585a7f87df" providerId="ADAL" clId="{F2BE9A31-843C-482A-91A0-7817B974A80E}" dt="2026-05-31T11:01:25.176" v="189" actId="478"/>
          <ac:spMkLst>
            <pc:docMk/>
            <pc:sldMk cId="0" sldId="260"/>
            <ac:spMk id="7" creationId="{5E3A2A38-C59C-1DC2-0B67-69BC041BB466}"/>
          </ac:spMkLst>
        </pc:spChg>
        <pc:picChg chg="add del mod">
          <ac:chgData name="Mishra Pankaj (GTK)" userId="4328a380-0dfc-4049-8d41-89585a7f87df" providerId="ADAL" clId="{F2BE9A31-843C-482A-91A0-7817B974A80E}" dt="2026-05-31T11:01:01.066" v="184" actId="478"/>
          <ac:picMkLst>
            <pc:docMk/>
            <pc:sldMk cId="0" sldId="260"/>
            <ac:picMk id="3" creationId="{84DD1614-B049-CF1C-AC86-E5043AFA475C}"/>
          </ac:picMkLst>
        </pc:picChg>
        <pc:picChg chg="add del mod">
          <ac:chgData name="Mishra Pankaj (GTK)" userId="4328a380-0dfc-4049-8d41-89585a7f87df" providerId="ADAL" clId="{F2BE9A31-843C-482A-91A0-7817B974A80E}" dt="2026-05-31T11:01:09.611" v="186" actId="478"/>
          <ac:picMkLst>
            <pc:docMk/>
            <pc:sldMk cId="0" sldId="260"/>
            <ac:picMk id="6" creationId="{40FE0C52-749E-8384-C6B4-EE40D231D2C2}"/>
          </ac:picMkLst>
        </pc:picChg>
        <pc:picChg chg="add del mod">
          <ac:chgData name="Mishra Pankaj (GTK)" userId="4328a380-0dfc-4049-8d41-89585a7f87df" providerId="ADAL" clId="{F2BE9A31-843C-482A-91A0-7817B974A80E}" dt="2026-05-31T11:02:01.421" v="194" actId="14100"/>
          <ac:picMkLst>
            <pc:docMk/>
            <pc:sldMk cId="0" sldId="260"/>
            <ac:picMk id="117" creationId="{00000000-0000-0000-0000-000000000000}"/>
          </ac:picMkLst>
        </pc:picChg>
        <pc:picChg chg="add del mod">
          <ac:chgData name="Mishra Pankaj (GTK)" userId="4328a380-0dfc-4049-8d41-89585a7f87df" providerId="ADAL" clId="{F2BE9A31-843C-482A-91A0-7817B974A80E}" dt="2026-05-31T11:02:32.602" v="202" actId="14100"/>
          <ac:picMkLst>
            <pc:docMk/>
            <pc:sldMk cId="0" sldId="260"/>
            <ac:picMk id="2050" creationId="{07EFC111-37EF-B77C-7EB2-E3EE24B949FE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3:03.513" v="210"/>
        <pc:sldMkLst>
          <pc:docMk/>
          <pc:sldMk cId="0" sldId="261"/>
        </pc:sldMkLst>
        <pc:spChg chg="add mod">
          <ac:chgData name="Mishra Pankaj (GTK)" userId="4328a380-0dfc-4049-8d41-89585a7f87df" providerId="ADAL" clId="{F2BE9A31-843C-482A-91A0-7817B974A80E}" dt="2026-05-31T11:03:03.513" v="210"/>
          <ac:spMkLst>
            <pc:docMk/>
            <pc:sldMk cId="0" sldId="261"/>
            <ac:spMk id="2" creationId="{EDE897AE-C9F6-D16A-D656-F91446E5478A}"/>
          </ac:spMkLst>
        </pc:spChg>
        <pc:picChg chg="add mod">
          <ac:chgData name="Mishra Pankaj (GTK)" userId="4328a380-0dfc-4049-8d41-89585a7f87df" providerId="ADAL" clId="{F2BE9A31-843C-482A-91A0-7817B974A80E}" dt="2026-05-31T11:03:03.513" v="210"/>
          <ac:picMkLst>
            <pc:docMk/>
            <pc:sldMk cId="0" sldId="261"/>
            <ac:picMk id="3" creationId="{511FA23A-ABF8-C46E-95B7-9FA763B5C981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3:08.812" v="211"/>
        <pc:sldMkLst>
          <pc:docMk/>
          <pc:sldMk cId="0" sldId="262"/>
        </pc:sldMkLst>
        <pc:spChg chg="add mod">
          <ac:chgData name="Mishra Pankaj (GTK)" userId="4328a380-0dfc-4049-8d41-89585a7f87df" providerId="ADAL" clId="{F2BE9A31-843C-482A-91A0-7817B974A80E}" dt="2026-05-31T11:03:08.812" v="211"/>
          <ac:spMkLst>
            <pc:docMk/>
            <pc:sldMk cId="0" sldId="262"/>
            <ac:spMk id="2" creationId="{EAFB9C80-882B-0372-519B-A44ABE05A124}"/>
          </ac:spMkLst>
        </pc:spChg>
        <pc:picChg chg="add mod">
          <ac:chgData name="Mishra Pankaj (GTK)" userId="4328a380-0dfc-4049-8d41-89585a7f87df" providerId="ADAL" clId="{F2BE9A31-843C-482A-91A0-7817B974A80E}" dt="2026-05-31T11:03:08.812" v="211"/>
          <ac:picMkLst>
            <pc:docMk/>
            <pc:sldMk cId="0" sldId="262"/>
            <ac:picMk id="3" creationId="{9E702619-4AA0-6E1D-B956-27CF0C806CAF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3:13.194" v="212"/>
        <pc:sldMkLst>
          <pc:docMk/>
          <pc:sldMk cId="0" sldId="263"/>
        </pc:sldMkLst>
        <pc:spChg chg="add mod">
          <ac:chgData name="Mishra Pankaj (GTK)" userId="4328a380-0dfc-4049-8d41-89585a7f87df" providerId="ADAL" clId="{F2BE9A31-843C-482A-91A0-7817B974A80E}" dt="2026-05-31T11:03:13.194" v="212"/>
          <ac:spMkLst>
            <pc:docMk/>
            <pc:sldMk cId="0" sldId="263"/>
            <ac:spMk id="2" creationId="{F91F0840-6317-5F6E-7E3B-6314A5D7E9F2}"/>
          </ac:spMkLst>
        </pc:spChg>
        <pc:picChg chg="add mod">
          <ac:chgData name="Mishra Pankaj (GTK)" userId="4328a380-0dfc-4049-8d41-89585a7f87df" providerId="ADAL" clId="{F2BE9A31-843C-482A-91A0-7817B974A80E}" dt="2026-05-31T11:03:13.194" v="212"/>
          <ac:picMkLst>
            <pc:docMk/>
            <pc:sldMk cId="0" sldId="263"/>
            <ac:picMk id="3" creationId="{134A982D-7244-03A8-5CBE-8BF3411C8CCD}"/>
          </ac:picMkLst>
        </pc:picChg>
      </pc:sldChg>
      <pc:sldChg chg="addSp modSp">
        <pc:chgData name="Mishra Pankaj (GTK)" userId="4328a380-0dfc-4049-8d41-89585a7f87df" providerId="ADAL" clId="{F2BE9A31-843C-482A-91A0-7817B974A80E}" dt="2026-05-31T11:03:45.789" v="213"/>
        <pc:sldMkLst>
          <pc:docMk/>
          <pc:sldMk cId="0" sldId="264"/>
        </pc:sldMkLst>
        <pc:spChg chg="add mod">
          <ac:chgData name="Mishra Pankaj (GTK)" userId="4328a380-0dfc-4049-8d41-89585a7f87df" providerId="ADAL" clId="{F2BE9A31-843C-482A-91A0-7817B974A80E}" dt="2026-05-31T11:03:45.789" v="213"/>
          <ac:spMkLst>
            <pc:docMk/>
            <pc:sldMk cId="0" sldId="264"/>
            <ac:spMk id="2" creationId="{C34BB159-808C-ED21-E6DA-9794499DFBD1}"/>
          </ac:spMkLst>
        </pc:spChg>
        <pc:picChg chg="add mod">
          <ac:chgData name="Mishra Pankaj (GTK)" userId="4328a380-0dfc-4049-8d41-89585a7f87df" providerId="ADAL" clId="{F2BE9A31-843C-482A-91A0-7817B974A80E}" dt="2026-05-31T11:03:45.789" v="213"/>
          <ac:picMkLst>
            <pc:docMk/>
            <pc:sldMk cId="0" sldId="264"/>
            <ac:picMk id="3" creationId="{AAFE7C12-4D2E-5DAB-A1EE-2200C0E66564}"/>
          </ac:picMkLst>
        </pc:picChg>
      </pc:sldChg>
      <pc:sldChg chg="modSp mod">
        <pc:chgData name="Mishra Pankaj (GTK)" userId="4328a380-0dfc-4049-8d41-89585a7f87df" providerId="ADAL" clId="{F2BE9A31-843C-482A-91A0-7817B974A80E}" dt="2026-05-31T14:24:13.770" v="228" actId="20577"/>
        <pc:sldMkLst>
          <pc:docMk/>
          <pc:sldMk cId="0" sldId="268"/>
        </pc:sldMkLst>
        <pc:spChg chg="mod">
          <ac:chgData name="Mishra Pankaj (GTK)" userId="4328a380-0dfc-4049-8d41-89585a7f87df" providerId="ADAL" clId="{F2BE9A31-843C-482A-91A0-7817B974A80E}" dt="2026-05-31T14:24:13.770" v="228" actId="20577"/>
          <ac:spMkLst>
            <pc:docMk/>
            <pc:sldMk cId="0" sldId="268"/>
            <ac:spMk id="14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AFEFC18-A0A0-4690-9B7D-D115B2120EB9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4FC25B6-26C1-4F76-8F01-8CEF24F616D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8258613E-6E55-448D-81BA-3F169A511F9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885"/>
              </a:spcBef>
              <a:buNone/>
            </a:pPr>
            <a:endParaRPr lang="en-US" sz="187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8785A0C-E86D-4C2F-BA97-A6110C68705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1E28D6C-967F-4009-ABE1-6CA7E6661D5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1091880" y="2654280"/>
            <a:ext cx="488340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885"/>
              </a:spcBef>
              <a:buNone/>
            </a:pPr>
            <a:endParaRPr lang="en-US" sz="187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19720" y="2654280"/>
            <a:ext cx="488340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885"/>
              </a:spcBef>
              <a:buNone/>
            </a:pPr>
            <a:endParaRPr lang="en-US" sz="187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4379970-28C4-45D6-972B-100BF5F60AD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864630E8-08B3-460F-90BE-55500A8F79B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2A844DF-FBB5-486B-8ECC-3A1998BE945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C0E808-B64B-4A01-8138-ECF9BB26353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5D88ED94-1619-4173-8F9F-EA0718E5EE6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1C9F8538-D097-477A-9796-7B2E3030F07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4"/>
          </p:nvPr>
        </p:nvSpPr>
        <p:spPr/>
        <p:txBody>
          <a:bodyPr/>
          <a:lstStyle/>
          <a:p>
            <a:fld id="{7F716781-FB40-4AF8-98A4-EF455ABF155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21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885"/>
              </a:spcBef>
              <a:buNone/>
            </a:pPr>
            <a:endParaRPr lang="en-US" sz="187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B3A8A54-7A02-4DB3-9C34-410B2052EE3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DF9712-C99C-4DEC-9FF6-6CE9F3348546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467AFE-619F-4B06-9CFF-57819BDED60A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40FC3A-EA85-4F92-B182-96E31BA82BA3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03CBB2-B240-46FA-B3CD-A4D0F4803583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AD5011-816F-4AA4-846D-AD96C305E11C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1ABF1F-9A4D-401A-A996-DFFBACAB7843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A12FC1-A2E1-4D51-AB5B-F0CE05265D8E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54B835-0819-4F61-87AB-98B219E53AE0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0E5235-367E-4473-B07E-210542AC9591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16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5E84AF-79E0-4CFC-BCED-1F0E25F5E95E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16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68BEB7-1916-4565-9E40-0E0AE5867CD8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10;p2"/>
          <p:cNvSpPr/>
          <p:nvPr/>
        </p:nvSpPr>
        <p:spPr>
          <a:xfrm>
            <a:off x="0" y="3765600"/>
            <a:ext cx="9826560" cy="3091680"/>
          </a:xfrm>
          <a:prstGeom prst="rtTriangle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Google Shape;11;p2"/>
          <p:cNvSpPr/>
          <p:nvPr/>
        </p:nvSpPr>
        <p:spPr>
          <a:xfrm flipH="1">
            <a:off x="4775760" y="2067480"/>
            <a:ext cx="7414920" cy="4789800"/>
          </a:xfrm>
          <a:prstGeom prst="rtTriangl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Google Shape;12;p2"/>
          <p:cNvSpPr/>
          <p:nvPr/>
        </p:nvSpPr>
        <p:spPr>
          <a:xfrm rot="10800000">
            <a:off x="6745320" y="0"/>
            <a:ext cx="5446800" cy="273636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13;p2"/>
          <p:cNvSpPr/>
          <p:nvPr/>
        </p:nvSpPr>
        <p:spPr>
          <a:xfrm>
            <a:off x="271080" y="275040"/>
            <a:ext cx="11649960" cy="6307560"/>
          </a:xfrm>
          <a:prstGeom prst="rect">
            <a:avLst/>
          </a:prstGeom>
          <a:solidFill>
            <a:schemeClr val="dk1"/>
          </a:solidFill>
          <a:ln w="0"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" name="Google Shape;14;p2"/>
          <p:cNvGrpSpPr/>
          <p:nvPr/>
        </p:nvGrpSpPr>
        <p:grpSpPr>
          <a:xfrm>
            <a:off x="340200" y="720"/>
            <a:ext cx="3000240" cy="1392120"/>
            <a:chOff x="340200" y="720"/>
            <a:chExt cx="3000240" cy="1392120"/>
          </a:xfrm>
        </p:grpSpPr>
        <p:sp>
          <p:nvSpPr>
            <p:cNvPr id="71" name="Google Shape;15;p2"/>
            <p:cNvSpPr/>
            <p:nvPr/>
          </p:nvSpPr>
          <p:spPr>
            <a:xfrm>
              <a:off x="1018440" y="720"/>
              <a:ext cx="2322000" cy="139212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" name="Google Shape;16;p2"/>
            <p:cNvSpPr/>
            <p:nvPr/>
          </p:nvSpPr>
          <p:spPr>
            <a:xfrm>
              <a:off x="679680" y="720"/>
              <a:ext cx="2321640" cy="139212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" name="Google Shape;17;p2"/>
            <p:cNvSpPr/>
            <p:nvPr/>
          </p:nvSpPr>
          <p:spPr>
            <a:xfrm>
              <a:off x="340200" y="720"/>
              <a:ext cx="2322000" cy="139212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" name="Google Shape;18;p2"/>
          <p:cNvGrpSpPr/>
          <p:nvPr/>
        </p:nvGrpSpPr>
        <p:grpSpPr>
          <a:xfrm>
            <a:off x="1207080" y="720"/>
            <a:ext cx="3000240" cy="1392120"/>
            <a:chOff x="1207080" y="720"/>
            <a:chExt cx="3000240" cy="1392120"/>
          </a:xfrm>
        </p:grpSpPr>
        <p:sp>
          <p:nvSpPr>
            <p:cNvPr id="75" name="Google Shape;19;p2"/>
            <p:cNvSpPr/>
            <p:nvPr/>
          </p:nvSpPr>
          <p:spPr>
            <a:xfrm>
              <a:off x="1885320" y="720"/>
              <a:ext cx="2322000" cy="139212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6" name="Google Shape;20;p2"/>
            <p:cNvSpPr/>
            <p:nvPr/>
          </p:nvSpPr>
          <p:spPr>
            <a:xfrm>
              <a:off x="1546560" y="720"/>
              <a:ext cx="2321640" cy="139212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Google Shape;21;p2"/>
            <p:cNvSpPr/>
            <p:nvPr/>
          </p:nvSpPr>
          <p:spPr>
            <a:xfrm>
              <a:off x="1207080" y="720"/>
              <a:ext cx="2322000" cy="139212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8" name="Google Shape;22;p2"/>
          <p:cNvGrpSpPr/>
          <p:nvPr/>
        </p:nvGrpSpPr>
        <p:grpSpPr>
          <a:xfrm>
            <a:off x="9409680" y="6480"/>
            <a:ext cx="2467800" cy="1002240"/>
            <a:chOff x="9409680" y="6480"/>
            <a:chExt cx="2467800" cy="1002240"/>
          </a:xfrm>
        </p:grpSpPr>
        <p:sp>
          <p:nvSpPr>
            <p:cNvPr id="79" name="Google Shape;23;p2"/>
            <p:cNvSpPr/>
            <p:nvPr/>
          </p:nvSpPr>
          <p:spPr>
            <a:xfrm>
              <a:off x="10212480" y="6480"/>
              <a:ext cx="1665000" cy="100224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0" name="Google Shape;24;p2"/>
            <p:cNvSpPr/>
            <p:nvPr/>
          </p:nvSpPr>
          <p:spPr>
            <a:xfrm>
              <a:off x="9811080" y="6480"/>
              <a:ext cx="1665000" cy="100224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1" name="Google Shape;25;p2"/>
            <p:cNvSpPr/>
            <p:nvPr/>
          </p:nvSpPr>
          <p:spPr>
            <a:xfrm>
              <a:off x="9409680" y="6480"/>
              <a:ext cx="1665360" cy="100224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82" name="Google Shape;26;p2"/>
          <p:cNvGrpSpPr/>
          <p:nvPr/>
        </p:nvGrpSpPr>
        <p:grpSpPr>
          <a:xfrm>
            <a:off x="8737200" y="5623200"/>
            <a:ext cx="3184920" cy="1233720"/>
            <a:chOff x="8737200" y="5623200"/>
            <a:chExt cx="3184920" cy="1233720"/>
          </a:xfrm>
        </p:grpSpPr>
        <p:sp>
          <p:nvSpPr>
            <p:cNvPr id="83" name="Google Shape;27;p2"/>
            <p:cNvSpPr/>
            <p:nvPr/>
          </p:nvSpPr>
          <p:spPr>
            <a:xfrm>
              <a:off x="9773280" y="5623200"/>
              <a:ext cx="2148840" cy="123372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640" bIns="3564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Google Shape;28;p2"/>
            <p:cNvSpPr/>
            <p:nvPr/>
          </p:nvSpPr>
          <p:spPr>
            <a:xfrm>
              <a:off x="9255240" y="5623200"/>
              <a:ext cx="2148840" cy="123372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640" bIns="3564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" name="Google Shape;29;p2"/>
            <p:cNvSpPr/>
            <p:nvPr/>
          </p:nvSpPr>
          <p:spPr>
            <a:xfrm>
              <a:off x="8737200" y="5623200"/>
              <a:ext cx="2149200" cy="123372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640" bIns="35640" anchor="ctr">
              <a:noAutofit/>
            </a:bodyPr>
            <a:lstStyle/>
            <a:p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6" name="Google Shape;30;p2"/>
          <p:cNvGrpSpPr/>
          <p:nvPr/>
        </p:nvGrpSpPr>
        <p:grpSpPr>
          <a:xfrm>
            <a:off x="265320" y="5407200"/>
            <a:ext cx="3726720" cy="1443960"/>
            <a:chOff x="265320" y="5407200"/>
            <a:chExt cx="3726720" cy="1443960"/>
          </a:xfrm>
        </p:grpSpPr>
        <p:sp>
          <p:nvSpPr>
            <p:cNvPr id="87" name="Google Shape;31;p2"/>
            <p:cNvSpPr/>
            <p:nvPr/>
          </p:nvSpPr>
          <p:spPr>
            <a:xfrm>
              <a:off x="1477440" y="5407200"/>
              <a:ext cx="2514600" cy="144396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1760" bIns="4176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8" name="Google Shape;32;p2"/>
            <p:cNvSpPr/>
            <p:nvPr/>
          </p:nvSpPr>
          <p:spPr>
            <a:xfrm>
              <a:off x="871560" y="5407200"/>
              <a:ext cx="2514960" cy="144396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1760" bIns="4176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9" name="Google Shape;33;p2"/>
            <p:cNvSpPr/>
            <p:nvPr/>
          </p:nvSpPr>
          <p:spPr>
            <a:xfrm>
              <a:off x="265320" y="5407200"/>
              <a:ext cx="2514960" cy="144396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1760" bIns="41760" anchor="ctr">
              <a:noAutofit/>
            </a:bodyPr>
            <a:lstStyle/>
            <a:p>
              <a:endParaRPr lang="en-US" sz="14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2478240" y="2430000"/>
            <a:ext cx="7148160" cy="193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buNone/>
            </a:pPr>
            <a:r>
              <a:rPr lang="en-US" sz="3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1" name="PlaceHolder 2"/>
          <p:cNvSpPr>
            <a:spLocks noGrp="1"/>
          </p:cNvSpPr>
          <p:nvPr>
            <p:ph type="sldNum" idx="34"/>
          </p:nvPr>
        </p:nvSpPr>
        <p:spPr>
          <a:xfrm>
            <a:off x="11187720" y="6057720"/>
            <a:ext cx="731160" cy="524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fi" sz="1000" b="0" strike="noStrike" spc="-1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12024E-8B88-430C-BFB3-A64BBFB0DA44}" type="slidenum">
              <a:rPr lang="fi" sz="1000" b="0" strike="noStrike" spc="-1">
                <a:solidFill>
                  <a:schemeClr val="dk2"/>
                </a:solidFill>
                <a:latin typeface="Nunito"/>
                <a:ea typeface="Nunito"/>
              </a:rPr>
              <a:t>‹#›</a:t>
            </a:fld>
            <a:endParaRPr lang="en-US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88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7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50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7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113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7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75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7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7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7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7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50;p4"/>
          <p:cNvSpPr/>
          <p:nvPr/>
        </p:nvSpPr>
        <p:spPr>
          <a:xfrm flipH="1">
            <a:off x="4775760" y="2067480"/>
            <a:ext cx="7414920" cy="4789800"/>
          </a:xfrm>
          <a:prstGeom prst="rtTriangle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Google Shape;51;p4"/>
          <p:cNvSpPr/>
          <p:nvPr/>
        </p:nvSpPr>
        <p:spPr>
          <a:xfrm>
            <a:off x="0" y="3765600"/>
            <a:ext cx="9826560" cy="3091680"/>
          </a:xfrm>
          <a:prstGeom prst="rtTriangle">
            <a:avLst/>
          </a:pr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Google Shape;52;p4"/>
          <p:cNvSpPr/>
          <p:nvPr/>
        </p:nvSpPr>
        <p:spPr>
          <a:xfrm>
            <a:off x="271080" y="275040"/>
            <a:ext cx="11649960" cy="6307560"/>
          </a:xfrm>
          <a:prstGeom prst="rect">
            <a:avLst/>
          </a:prstGeom>
          <a:solidFill>
            <a:schemeClr val="dk1"/>
          </a:solidFill>
          <a:ln w="0"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091880" y="112716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88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508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113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75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37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37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37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00" name="PlaceHolder 3"/>
          <p:cNvSpPr>
            <a:spLocks noGrp="1"/>
          </p:cNvSpPr>
          <p:nvPr>
            <p:ph type="sldNum" idx="35"/>
          </p:nvPr>
        </p:nvSpPr>
        <p:spPr>
          <a:xfrm>
            <a:off x="11187720" y="6057720"/>
            <a:ext cx="731160" cy="524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fi" sz="1000" b="0" strike="noStrike" spc="-1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DEF2932-432E-4199-912D-7D9A3F19F5DF}" type="slidenum">
              <a:rPr lang="fi" sz="1000" b="0" strike="noStrike" spc="-1">
                <a:solidFill>
                  <a:schemeClr val="dk2"/>
                </a:solidFill>
                <a:latin typeface="Nunito"/>
                <a:ea typeface="Nunito"/>
              </a:rPr>
              <a:t>‹#›</a:t>
            </a:fld>
            <a:endParaRPr lang="en-US" sz="10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904309" y="563827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6000" b="1" strike="noStrike" spc="-1" dirty="0">
                <a:solidFill>
                  <a:srgbClr val="7030A0"/>
                </a:solidFill>
                <a:latin typeface="Calibri"/>
                <a:ea typeface="Calibri"/>
              </a:rPr>
              <a:t>Getting started </a:t>
            </a:r>
            <a:r>
              <a:rPr lang="en-GB" sz="6000" b="1" strike="noStrike" spc="-1" dirty="0">
                <a:solidFill>
                  <a:schemeClr val="dk1"/>
                </a:solidFill>
                <a:latin typeface="Calibri"/>
                <a:ea typeface="Calibri"/>
              </a:rPr>
              <a:t>with </a:t>
            </a:r>
            <a:br>
              <a:rPr lang="en-GB" sz="6000" b="1" strike="noStrike" spc="-1" dirty="0">
                <a:solidFill>
                  <a:schemeClr val="dk1"/>
                </a:solidFill>
                <a:latin typeface="Calibri"/>
                <a:ea typeface="Calibri"/>
              </a:rPr>
            </a:br>
            <a:r>
              <a:rPr lang="en-GB" sz="6000" b="1" strike="noStrike" spc="-1" dirty="0">
                <a:solidFill>
                  <a:schemeClr val="dk1"/>
                </a:solidFill>
                <a:latin typeface="Calibri"/>
                <a:ea typeface="Calibri"/>
              </a:rPr>
              <a:t>Geoscientific Machine Learning </a:t>
            </a:r>
            <a:endParaRPr sz="6000" b="0" strike="noStrike" spc="-1" dirty="0">
              <a:solidFill>
                <a:schemeClr val="dk1"/>
              </a:solidFill>
              <a:latin typeface="Aptos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6854604" y="2213051"/>
            <a:ext cx="5241402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i="1" strike="noStrike" spc="-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2026 Workshop on AI in Earth &amp; Planetary Sciences</a:t>
            </a:r>
            <a:endParaRPr lang="en-US" sz="1800" b="0" i="1" strike="noStrike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56202-EC08-6855-6B19-255DA517D688}"/>
              </a:ext>
            </a:extLst>
          </p:cNvPr>
          <p:cNvSpPr txBox="1"/>
          <p:nvPr/>
        </p:nvSpPr>
        <p:spPr>
          <a:xfrm>
            <a:off x="4280453" y="5495850"/>
            <a:ext cx="46515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1026" name="Picture 2" descr="text download icon design 12243357 PNG">
            <a:extLst>
              <a:ext uri="{FF2B5EF4-FFF2-40B4-BE49-F238E27FC236}">
                <a16:creationId xmlns:a16="http://schemas.microsoft.com/office/drawing/2014/main" id="{AC6E69E1-2EC6-534A-FA05-6648E80E4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3444" y="5559923"/>
            <a:ext cx="1577009" cy="39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38ECFC44-397A-8512-A214-5192974A5873}"/>
              </a:ext>
            </a:extLst>
          </p:cNvPr>
          <p:cNvSpPr/>
          <p:nvPr/>
        </p:nvSpPr>
        <p:spPr>
          <a:xfrm>
            <a:off x="4780638" y="5035705"/>
            <a:ext cx="3379305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pc="-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Download workshop materials</a:t>
            </a:r>
            <a:endParaRPr lang="en-US" sz="1800" b="0" strike="noStrike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3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Target Audience &amp; learning objectives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4"/>
          <p:cNvSpPr/>
          <p:nvPr/>
        </p:nvSpPr>
        <p:spPr>
          <a:xfrm>
            <a:off x="1431360" y="1616760"/>
            <a:ext cx="953460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  <a:ea typeface="Calibri"/>
              </a:rPr>
              <a:t>Primary target audience is someone with no previous machine learning or programming experience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1338480" y="3671640"/>
            <a:ext cx="673164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1" strike="noStrike" spc="-1">
                <a:solidFill>
                  <a:schemeClr val="dk1"/>
                </a:solidFill>
                <a:latin typeface="Calibri"/>
                <a:ea typeface="Calibri"/>
              </a:rPr>
              <a:t>Set up a machine learning environment from scratch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1" strike="noStrike" spc="-1">
                <a:solidFill>
                  <a:schemeClr val="dk1"/>
                </a:solidFill>
                <a:latin typeface="Calibri"/>
                <a:ea typeface="Calibri"/>
              </a:rPr>
              <a:t>Basic utility programming tasks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1" strike="noStrike" spc="-1">
                <a:solidFill>
                  <a:schemeClr val="dk1"/>
                </a:solidFill>
                <a:latin typeface="Calibri"/>
                <a:ea typeface="Calibri"/>
              </a:rPr>
              <a:t>Train your first neural network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1" strike="noStrike" spc="-1">
                <a:solidFill>
                  <a:schemeClr val="dk1"/>
                </a:solidFill>
                <a:latin typeface="Calibri"/>
                <a:ea typeface="Calibri"/>
              </a:rPr>
              <a:t>How to continue learning after this workshop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622F0-95F9-68C8-20E7-D7205DA0C6FA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8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27959A8B-5AF2-5FDA-7D15-D70C017D3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5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Things we need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1206000" y="1206360"/>
            <a:ext cx="27162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A code editor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7023600" y="1280520"/>
            <a:ext cx="3352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A programming language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Picture 9"/>
          <p:cNvPicPr/>
          <p:nvPr/>
        </p:nvPicPr>
        <p:blipFill>
          <a:blip r:embed="rId2"/>
          <a:stretch/>
        </p:blipFill>
        <p:spPr>
          <a:xfrm>
            <a:off x="384480" y="1994040"/>
            <a:ext cx="4377240" cy="41511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112" name="Picture 11"/>
          <p:cNvPicPr/>
          <p:nvPr/>
        </p:nvPicPr>
        <p:blipFill>
          <a:blip r:embed="rId3"/>
          <a:stretch/>
        </p:blipFill>
        <p:spPr>
          <a:xfrm>
            <a:off x="5149080" y="2216160"/>
            <a:ext cx="6797160" cy="3255840"/>
          </a:xfrm>
          <a:prstGeom prst="rect">
            <a:avLst/>
          </a:prstGeom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4C4FF-2385-A4A8-614F-40BC725A3FF1}"/>
              </a:ext>
            </a:extLst>
          </p:cNvPr>
          <p:cNvSpPr txBox="1"/>
          <p:nvPr/>
        </p:nvSpPr>
        <p:spPr>
          <a:xfrm>
            <a:off x="6202006" y="6257003"/>
            <a:ext cx="4651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text download icon design 12243357 PNG">
            <a:extLst>
              <a:ext uri="{FF2B5EF4-FFF2-40B4-BE49-F238E27FC236}">
                <a16:creationId xmlns:a16="http://schemas.microsoft.com/office/drawing/2014/main" id="{7F90F5B8-3A5A-4D22-E33E-08EBBCB5D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1651" y="6283763"/>
            <a:ext cx="1577009" cy="39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DF771F-23D0-E917-E1D1-1748F38FE818}"/>
              </a:ext>
            </a:extLst>
          </p:cNvPr>
          <p:cNvSpPr/>
          <p:nvPr/>
        </p:nvSpPr>
        <p:spPr>
          <a:xfrm>
            <a:off x="2351961" y="6283763"/>
            <a:ext cx="226634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000" spc="-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workshop materials</a:t>
            </a:r>
            <a:endParaRPr lang="en-US" sz="2000" b="0" strike="noStrike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F847B-4C48-3CBE-22AC-5B8EA0B15054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6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A0498BEF-6414-0EC5-5B98-AAC807031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8"/>
          <p:cNvSpPr/>
          <p:nvPr/>
        </p:nvSpPr>
        <p:spPr>
          <a:xfrm>
            <a:off x="6212160" y="507960"/>
            <a:ext cx="6095520" cy="67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u="sng" strike="noStrike" spc="-1">
                <a:solidFill>
                  <a:srgbClr val="C00000"/>
                </a:solidFill>
                <a:uFillTx/>
                <a:latin typeface="Aptos"/>
                <a:hlinkClick r:id="rId2"/>
              </a:rPr>
              <a:t>https://code.visualstudio.com/download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Picture 10"/>
          <p:cNvPicPr/>
          <p:nvPr/>
        </p:nvPicPr>
        <p:blipFill>
          <a:blip r:embed="rId3"/>
          <a:stretch/>
        </p:blipFill>
        <p:spPr>
          <a:xfrm>
            <a:off x="258840" y="1888920"/>
            <a:ext cx="4488120" cy="383868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12"/>
          <p:cNvPicPr/>
          <p:nvPr/>
        </p:nvPicPr>
        <p:blipFill>
          <a:blip r:embed="rId4"/>
          <a:srcRect l="22800" t="17846" r="21280"/>
          <a:stretch/>
        </p:blipFill>
        <p:spPr>
          <a:xfrm>
            <a:off x="5237640" y="1081080"/>
            <a:ext cx="6817320" cy="5168880"/>
          </a:xfrm>
          <a:prstGeom prst="rect">
            <a:avLst/>
          </a:prstGeom>
          <a:ln w="0">
            <a:noFill/>
          </a:ln>
        </p:spPr>
      </p:pic>
      <p:sp>
        <p:nvSpPr>
          <p:cNvPr id="116" name="TextBox 13"/>
          <p:cNvSpPr/>
          <p:nvPr/>
        </p:nvSpPr>
        <p:spPr>
          <a:xfrm>
            <a:off x="394920" y="1402560"/>
            <a:ext cx="33062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Via Microsoft software centre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8E11E5-ACB2-848E-68DF-56225E2450E6}"/>
              </a:ext>
            </a:extLst>
          </p:cNvPr>
          <p:cNvSpPr txBox="1"/>
          <p:nvPr/>
        </p:nvSpPr>
        <p:spPr>
          <a:xfrm>
            <a:off x="6202006" y="6257003"/>
            <a:ext cx="4651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text download icon design 12243357 PNG">
            <a:extLst>
              <a:ext uri="{FF2B5EF4-FFF2-40B4-BE49-F238E27FC236}">
                <a16:creationId xmlns:a16="http://schemas.microsoft.com/office/drawing/2014/main" id="{A48BD6C7-8C60-93C4-A2F4-67AEF318F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1651" y="6283763"/>
            <a:ext cx="1577009" cy="39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1C43AB-FCBA-2102-B5D0-B8831ECEFBE5}"/>
              </a:ext>
            </a:extLst>
          </p:cNvPr>
          <p:cNvSpPr/>
          <p:nvPr/>
        </p:nvSpPr>
        <p:spPr>
          <a:xfrm>
            <a:off x="2351961" y="6283763"/>
            <a:ext cx="226634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000" spc="-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workshop materials</a:t>
            </a:r>
            <a:endParaRPr lang="en-US" sz="2000" b="0" strike="noStrike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B3D62-32A1-75CC-D4F0-DE49BF055C84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6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831EE5A9-AAB6-D64E-2CC8-00A03BFE1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4"/>
          <p:cNvPicPr/>
          <p:nvPr/>
        </p:nvPicPr>
        <p:blipFill>
          <a:blip r:embed="rId2"/>
          <a:srcRect b="14590"/>
          <a:stretch/>
        </p:blipFill>
        <p:spPr>
          <a:xfrm>
            <a:off x="308160" y="2394720"/>
            <a:ext cx="11150640" cy="4197960"/>
          </a:xfrm>
          <a:prstGeom prst="rect">
            <a:avLst/>
          </a:prstGeom>
          <a:ln w="0">
            <a:noFill/>
          </a:ln>
        </p:spPr>
      </p:pic>
      <p:sp>
        <p:nvSpPr>
          <p:cNvPr id="118" name="TextBox 5"/>
          <p:cNvSpPr/>
          <p:nvPr/>
        </p:nvSpPr>
        <p:spPr>
          <a:xfrm>
            <a:off x="4747680" y="2886480"/>
            <a:ext cx="4205880" cy="369000"/>
          </a:xfrm>
          <a:prstGeom prst="rect">
            <a:avLst/>
          </a:prstGeom>
          <a:noFill/>
          <a:ln w="1270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sz="1800" b="0" strike="noStrike" spc="-1">
              <a:solidFill>
                <a:srgbClr val="FF0000"/>
              </a:solidFill>
              <a:latin typeface="Aptos"/>
            </a:endParaRPr>
          </a:p>
        </p:txBody>
      </p:sp>
      <p:sp>
        <p:nvSpPr>
          <p:cNvPr id="119" name="TextBox 1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Install Julia via VSCode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4199760" y="788040"/>
            <a:ext cx="7866000" cy="638280"/>
          </a:xfrm>
          <a:prstGeom prst="rect">
            <a:avLst/>
          </a:prstGeom>
          <a:noFill/>
          <a:ln w="0">
            <a:solidFill>
              <a:srgbClr val="FFFFFF">
                <a:lumMod val="95000"/>
              </a:srgb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rgbClr val="C00000"/>
                </a:solidFill>
                <a:latin typeface="Consolas"/>
              </a:rPr>
              <a:t>winget install --name Julia --id 9NJNWW8PVKMN -e -s msstore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6"/>
          <p:cNvSpPr/>
          <p:nvPr/>
        </p:nvSpPr>
        <p:spPr>
          <a:xfrm>
            <a:off x="2066040" y="805680"/>
            <a:ext cx="2300040" cy="5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600" b="1" strike="noStrike" spc="-1">
                <a:solidFill>
                  <a:schemeClr val="dk1"/>
                </a:solidFill>
                <a:latin typeface="Calibri"/>
                <a:ea typeface="Calibri"/>
              </a:rPr>
              <a:t>Powershell (Windows)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5883840" y="1617480"/>
            <a:ext cx="6095520" cy="638280"/>
          </a:xfrm>
          <a:prstGeom prst="rect">
            <a:avLst/>
          </a:prstGeom>
          <a:noFill/>
          <a:ln w="0">
            <a:solidFill>
              <a:srgbClr val="FFFFFF">
                <a:lumMod val="95000"/>
              </a:srgb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rgbClr val="C00000"/>
                </a:solidFill>
                <a:latin typeface="Consolas"/>
              </a:rPr>
              <a:t>curl -fsSL https://install.julialang.org | sh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3465360" y="1636200"/>
            <a:ext cx="27482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chemeClr val="dk1"/>
                </a:solidFill>
                <a:latin typeface="Calibri"/>
                <a:ea typeface="Calibri"/>
              </a:rPr>
              <a:t>Terminal (Linux/MacOS)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0EA26-DD5D-6F02-447E-3702DE03A089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2050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07EFC111-37EF-B77C-7EB2-E3EE24B949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8"/>
          <p:cNvPicPr/>
          <p:nvPr/>
        </p:nvPicPr>
        <p:blipFill>
          <a:blip r:embed="rId2"/>
          <a:stretch/>
        </p:blipFill>
        <p:spPr>
          <a:xfrm>
            <a:off x="1158840" y="1527120"/>
            <a:ext cx="8464680" cy="4819680"/>
          </a:xfrm>
          <a:prstGeom prst="rect">
            <a:avLst/>
          </a:prstGeom>
          <a:ln w="0">
            <a:noFill/>
          </a:ln>
        </p:spPr>
      </p:pic>
      <p:sp>
        <p:nvSpPr>
          <p:cNvPr id="125" name="TextBox 9"/>
          <p:cNvSpPr/>
          <p:nvPr/>
        </p:nvSpPr>
        <p:spPr>
          <a:xfrm>
            <a:off x="5592240" y="1527120"/>
            <a:ext cx="1630440" cy="369000"/>
          </a:xfrm>
          <a:prstGeom prst="rect">
            <a:avLst/>
          </a:prstGeom>
          <a:noFill/>
          <a:ln w="1270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sz="1800" b="0" strike="noStrike" spc="-1">
              <a:solidFill>
                <a:srgbClr val="FF0000"/>
              </a:solidFill>
              <a:latin typeface="Aptos"/>
            </a:endParaRPr>
          </a:p>
        </p:txBody>
      </p:sp>
      <p:sp>
        <p:nvSpPr>
          <p:cNvPr id="126" name="TextBox 1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We’ll manage Julia installations via </a:t>
            </a:r>
            <a:r>
              <a:rPr lang="en-GB" sz="2800" b="1" strike="noStrike" spc="-1">
                <a:solidFill>
                  <a:srgbClr val="FF0000"/>
                </a:solidFill>
                <a:latin typeface="Calibri"/>
                <a:ea typeface="Calibri"/>
              </a:rPr>
              <a:t>juliaup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897AE-C9F6-D16A-D656-F91446E5478A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511FA23A-ABF8-C46E-95B7-9FA763B5C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4"/>
          <p:cNvPicPr/>
          <p:nvPr/>
        </p:nvPicPr>
        <p:blipFill>
          <a:blip r:embed="rId2"/>
          <a:stretch/>
        </p:blipFill>
        <p:spPr>
          <a:xfrm>
            <a:off x="585360" y="2172600"/>
            <a:ext cx="11284200" cy="1371240"/>
          </a:xfrm>
          <a:prstGeom prst="rect">
            <a:avLst/>
          </a:prstGeom>
          <a:ln w="0">
            <a:noFill/>
          </a:ln>
        </p:spPr>
      </p:pic>
      <p:sp>
        <p:nvSpPr>
          <p:cNvPr id="128" name="TextBox 5"/>
          <p:cNvSpPr/>
          <p:nvPr/>
        </p:nvSpPr>
        <p:spPr>
          <a:xfrm>
            <a:off x="5018760" y="2105640"/>
            <a:ext cx="1630440" cy="369000"/>
          </a:xfrm>
          <a:prstGeom prst="rect">
            <a:avLst/>
          </a:prstGeom>
          <a:noFill/>
          <a:ln w="1270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sz="1800" b="0" strike="noStrike" spc="-1">
              <a:solidFill>
                <a:srgbClr val="FF0000"/>
              </a:solidFill>
              <a:latin typeface="Aptos"/>
            </a:endParaRPr>
          </a:p>
        </p:txBody>
      </p:sp>
      <p:sp>
        <p:nvSpPr>
          <p:cNvPr id="129" name="TextBox 1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Install a specific version of Julia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FB9C80-882B-0372-519B-A44ABE05A124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9E702619-4AA0-6E1D-B956-27CF0C806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4"/>
          <p:cNvPicPr/>
          <p:nvPr/>
        </p:nvPicPr>
        <p:blipFill>
          <a:blip r:embed="rId2"/>
          <a:stretch/>
        </p:blipFill>
        <p:spPr>
          <a:xfrm>
            <a:off x="737280" y="2134800"/>
            <a:ext cx="9722160" cy="1885680"/>
          </a:xfrm>
          <a:prstGeom prst="rect">
            <a:avLst/>
          </a:prstGeom>
          <a:ln w="0">
            <a:noFill/>
          </a:ln>
        </p:spPr>
      </p:pic>
      <p:sp>
        <p:nvSpPr>
          <p:cNvPr id="131" name="TextBox 5"/>
          <p:cNvSpPr/>
          <p:nvPr/>
        </p:nvSpPr>
        <p:spPr>
          <a:xfrm>
            <a:off x="5179680" y="2632320"/>
            <a:ext cx="1725480" cy="388440"/>
          </a:xfrm>
          <a:prstGeom prst="rect">
            <a:avLst/>
          </a:prstGeom>
          <a:noFill/>
          <a:ln w="1270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sz="1800" b="0" strike="noStrike" spc="-1">
              <a:solidFill>
                <a:srgbClr val="FF0000"/>
              </a:solidFill>
              <a:latin typeface="Aptos"/>
            </a:endParaRPr>
          </a:p>
        </p:txBody>
      </p:sp>
      <p:pic>
        <p:nvPicPr>
          <p:cNvPr id="132" name="Picture 7"/>
          <p:cNvPicPr/>
          <p:nvPr/>
        </p:nvPicPr>
        <p:blipFill>
          <a:blip r:embed="rId3"/>
          <a:stretch/>
        </p:blipFill>
        <p:spPr>
          <a:xfrm>
            <a:off x="724680" y="4659840"/>
            <a:ext cx="9734760" cy="2000160"/>
          </a:xfrm>
          <a:prstGeom prst="rect">
            <a:avLst/>
          </a:prstGeom>
          <a:ln w="0">
            <a:noFill/>
          </a:ln>
        </p:spPr>
      </p:pic>
      <p:sp>
        <p:nvSpPr>
          <p:cNvPr id="133" name="TextBox 8"/>
          <p:cNvSpPr/>
          <p:nvPr/>
        </p:nvSpPr>
        <p:spPr>
          <a:xfrm>
            <a:off x="5179680" y="5147640"/>
            <a:ext cx="1725480" cy="388440"/>
          </a:xfrm>
          <a:prstGeom prst="rect">
            <a:avLst/>
          </a:prstGeom>
          <a:noFill/>
          <a:ln w="1270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sz="1800" b="0" strike="noStrike" spc="-1">
              <a:solidFill>
                <a:srgbClr val="FF0000"/>
              </a:solidFill>
              <a:latin typeface="Aptos"/>
            </a:endParaRPr>
          </a:p>
        </p:txBody>
      </p:sp>
      <p:sp>
        <p:nvSpPr>
          <p:cNvPr id="134" name="TextBox 1"/>
          <p:cNvSpPr/>
          <p:nvPr/>
        </p:nvSpPr>
        <p:spPr>
          <a:xfrm>
            <a:off x="384480" y="26496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Making a specific version of Julia as your default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1F0840-6317-5F6E-7E3B-6314A5D7E9F2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134A982D-7244-03A8-5CBE-8BF3411C8C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Picture 4"/>
          <p:cNvPicPr/>
          <p:nvPr/>
        </p:nvPicPr>
        <p:blipFill>
          <a:blip r:embed="rId2"/>
          <a:stretch/>
        </p:blipFill>
        <p:spPr>
          <a:xfrm>
            <a:off x="343800" y="2032200"/>
            <a:ext cx="11214000" cy="332028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"/>
          <p:cNvSpPr/>
          <p:nvPr/>
        </p:nvSpPr>
        <p:spPr>
          <a:xfrm>
            <a:off x="823320" y="24300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Let’s start programming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4BB159-808C-ED21-E6DA-9794499DFBD1}"/>
              </a:ext>
            </a:extLst>
          </p:cNvPr>
          <p:cNvSpPr txBox="1"/>
          <p:nvPr/>
        </p:nvSpPr>
        <p:spPr>
          <a:xfrm>
            <a:off x="8865339" y="30215"/>
            <a:ext cx="326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https://tinyurl.com/</a:t>
            </a:r>
            <a:r>
              <a:rPr lang="en-GB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3p2v9rrp</a:t>
            </a:r>
          </a:p>
        </p:txBody>
      </p:sp>
      <p:pic>
        <p:nvPicPr>
          <p:cNvPr id="3" name="Picture 2" descr="796,938 Download Icon Vector Royalty-Free Images, Stock Photos &amp; Pictures |  Shutterstock">
            <a:extLst>
              <a:ext uri="{FF2B5EF4-FFF2-40B4-BE49-F238E27FC236}">
                <a16:creationId xmlns:a16="http://schemas.microsoft.com/office/drawing/2014/main" id="{AAFE7C12-4D2E-5DAB-A1EE-2200C0E66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199" y="15799"/>
            <a:ext cx="463401" cy="46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4"/>
          <p:cNvPicPr/>
          <p:nvPr/>
        </p:nvPicPr>
        <p:blipFill>
          <a:blip r:embed="rId2"/>
          <a:stretch/>
        </p:blipFill>
        <p:spPr>
          <a:xfrm>
            <a:off x="-270720" y="2301840"/>
            <a:ext cx="12191760" cy="4419360"/>
          </a:xfrm>
          <a:prstGeom prst="rect">
            <a:avLst/>
          </a:prstGeom>
          <a:ln w="0">
            <a:noFill/>
          </a:ln>
        </p:spPr>
      </p:pic>
      <p:sp>
        <p:nvSpPr>
          <p:cNvPr id="138" name="TextBox 5"/>
          <p:cNvSpPr/>
          <p:nvPr/>
        </p:nvSpPr>
        <p:spPr>
          <a:xfrm>
            <a:off x="823320" y="243000"/>
            <a:ext cx="1095768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(optional) Install Julia language support extension inside VSCode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7845840" y="1060560"/>
            <a:ext cx="417240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If you’re using </a:t>
            </a:r>
            <a:r>
              <a:rPr lang="en-GB" sz="1800" b="1" strike="noStrike" spc="-1">
                <a:solidFill>
                  <a:schemeClr val="dk1"/>
                </a:solidFill>
                <a:latin typeface="Aptos"/>
              </a:rPr>
              <a:t>GTK</a:t>
            </a: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 </a:t>
            </a:r>
            <a:r>
              <a:rPr lang="en-GB" sz="1800" b="1" strike="noStrike" spc="-1">
                <a:solidFill>
                  <a:schemeClr val="dk1"/>
                </a:solidFill>
                <a:latin typeface="Aptos"/>
              </a:rPr>
              <a:t>WORK</a:t>
            </a: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 Laptop, </a:t>
            </a:r>
            <a:br>
              <a:rPr sz="1800"/>
            </a:b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don’t install this for now because in it maybe blocked by IT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Picture 2" descr="⚠️ Warning Emoji: Meaning &amp; Usage"/>
          <p:cNvPicPr/>
          <p:nvPr/>
        </p:nvPicPr>
        <p:blipFill>
          <a:blip r:embed="rId3"/>
          <a:stretch/>
        </p:blipFill>
        <p:spPr>
          <a:xfrm>
            <a:off x="6620400" y="858960"/>
            <a:ext cx="1148040" cy="1148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Picture 4"/>
          <p:cNvPicPr/>
          <p:nvPr/>
        </p:nvPicPr>
        <p:blipFill>
          <a:blip r:embed="rId2"/>
          <a:stretch/>
        </p:blipFill>
        <p:spPr>
          <a:xfrm>
            <a:off x="723600" y="1305360"/>
            <a:ext cx="10446480" cy="5177880"/>
          </a:xfrm>
          <a:prstGeom prst="rect">
            <a:avLst/>
          </a:prstGeom>
          <a:ln w="0">
            <a:noFill/>
          </a:ln>
        </p:spPr>
      </p:pic>
      <p:sp>
        <p:nvSpPr>
          <p:cNvPr id="142" name="TextBox 6"/>
          <p:cNvSpPr/>
          <p:nvPr/>
        </p:nvSpPr>
        <p:spPr>
          <a:xfrm>
            <a:off x="7502400" y="615600"/>
            <a:ext cx="458316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400" b="1" strike="noStrike" spc="-1">
                <a:solidFill>
                  <a:srgbClr val="1E0EB2"/>
                </a:solidFill>
                <a:latin typeface="Consolas"/>
              </a:rPr>
              <a:t>https://geo-sciml.com/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671040" y="112680"/>
            <a:ext cx="109576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Calibri"/>
                <a:ea typeface="Calibri"/>
              </a:rPr>
              <a:t>Continue learning after this session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28;p13"/>
          <p:cNvPicPr/>
          <p:nvPr/>
        </p:nvPicPr>
        <p:blipFill>
          <a:blip r:embed="rId2"/>
          <a:stretch/>
        </p:blipFill>
        <p:spPr>
          <a:xfrm>
            <a:off x="0" y="-358200"/>
            <a:ext cx="12191760" cy="7216200"/>
          </a:xfrm>
          <a:prstGeom prst="rect">
            <a:avLst/>
          </a:prstGeom>
          <a:ln w="0">
            <a:noFill/>
          </a:ln>
        </p:spPr>
      </p:pic>
      <p:sp>
        <p:nvSpPr>
          <p:cNvPr id="145" name="Google Shape;129;p 1"/>
          <p:cNvSpPr/>
          <p:nvPr/>
        </p:nvSpPr>
        <p:spPr>
          <a:xfrm>
            <a:off x="969840" y="2294640"/>
            <a:ext cx="10418040" cy="2396160"/>
          </a:xfrm>
          <a:prstGeom prst="rect">
            <a:avLst/>
          </a:prstGeom>
          <a:solidFill>
            <a:srgbClr val="EEEEEE">
              <a:alpha val="6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15440" y="2193480"/>
            <a:ext cx="11360160" cy="1852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i" sz="3800" b="0" strike="noStrike" spc="-1">
                <a:solidFill>
                  <a:schemeClr val="lt1"/>
                </a:solidFill>
                <a:latin typeface="Nunito"/>
                <a:ea typeface="Nunito"/>
              </a:rPr>
              <a:t>Your First Neural Network</a:t>
            </a:r>
            <a:endParaRPr lang="en-US" sz="3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ubTitle"/>
          </p:nvPr>
        </p:nvSpPr>
        <p:spPr>
          <a:xfrm>
            <a:off x="2565000" y="3667320"/>
            <a:ext cx="7148160" cy="696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i" sz="1800" b="0" strike="noStrike" spc="-1">
                <a:solidFill>
                  <a:srgbClr val="434343"/>
                </a:solidFill>
                <a:latin typeface="Calibri"/>
                <a:ea typeface="Calibri"/>
              </a:rPr>
              <a:t>Sauna Satisfaction Predictor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458640" y="504720"/>
            <a:ext cx="7931520" cy="1261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i" sz="3000" b="0" strike="noStrike" spc="-1">
                <a:solidFill>
                  <a:schemeClr val="lt1"/>
                </a:solidFill>
                <a:latin typeface="Nunito"/>
                <a:ea typeface="Nunito"/>
              </a:rPr>
              <a:t>In a Nutshell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415440" y="1536120"/>
            <a:ext cx="7077240" cy="4554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15000"/>
              </a:lnSpc>
              <a:buNone/>
              <a:tabLst>
                <a:tab pos="0" algn="l"/>
              </a:tabLst>
            </a:pPr>
            <a:r>
              <a:rPr lang="fi" sz="1800" b="0" strike="noStrike" spc="-1" dirty="0">
                <a:solidFill>
                  <a:schemeClr val="dk2"/>
                </a:solidFill>
                <a:latin typeface="Calibri"/>
                <a:ea typeface="Calibri"/>
              </a:rPr>
              <a:t>In an alternate universe, the Geological Survey of Finland maintains sauna visitor logs for employees. For each visit, three inputs are recorded: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199"/>
              </a:spcBef>
              <a:buClr>
                <a:srgbClr val="233A44"/>
              </a:buClr>
              <a:buFont typeface="Calibri"/>
              <a:buChar char="●"/>
              <a:tabLst>
                <a:tab pos="0" algn="l"/>
              </a:tabLst>
            </a:pPr>
            <a:r>
              <a:rPr lang="fi" sz="1800" b="1" strike="noStrike" spc="-1" dirty="0">
                <a:solidFill>
                  <a:schemeClr val="dk2"/>
                </a:solidFill>
                <a:latin typeface="Calibri"/>
                <a:ea typeface="Calibri"/>
              </a:rPr>
              <a:t>Sauna temperature</a:t>
            </a:r>
            <a:r>
              <a:rPr lang="fi" sz="1800" b="0" strike="noStrike" spc="-1" dirty="0">
                <a:solidFill>
                  <a:schemeClr val="dk2"/>
                </a:solidFill>
                <a:latin typeface="Calibri"/>
                <a:ea typeface="Calibri"/>
              </a:rPr>
              <a:t> (°C)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233A44"/>
              </a:buClr>
              <a:buFont typeface="Calibri"/>
              <a:buChar char="●"/>
              <a:tabLst>
                <a:tab pos="0" algn="l"/>
              </a:tabLst>
            </a:pPr>
            <a:r>
              <a:rPr lang="fi" sz="1800" b="1" strike="noStrike" spc="-1" dirty="0">
                <a:solidFill>
                  <a:schemeClr val="dk2"/>
                </a:solidFill>
                <a:latin typeface="Calibri"/>
                <a:ea typeface="Calibri"/>
              </a:rPr>
              <a:t>Outside temperature</a:t>
            </a:r>
            <a:r>
              <a:rPr lang="fi" sz="1800" b="0" strike="noStrike" spc="-1" dirty="0">
                <a:solidFill>
                  <a:schemeClr val="dk2"/>
                </a:solidFill>
                <a:latin typeface="Calibri"/>
                <a:ea typeface="Calibri"/>
              </a:rPr>
              <a:t> (°C)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233A44"/>
              </a:buClr>
              <a:buFont typeface="Calibri"/>
              <a:buChar char="●"/>
              <a:tabLst>
                <a:tab pos="0" algn="l"/>
              </a:tabLst>
            </a:pPr>
            <a:r>
              <a:rPr lang="fi" sz="1800" b="1" strike="noStrike" spc="-1" dirty="0">
                <a:solidFill>
                  <a:schemeClr val="dk2"/>
                </a:solidFill>
                <a:latin typeface="Calibri"/>
                <a:ea typeface="Calibri"/>
              </a:rPr>
              <a:t>Minutes since last coffee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fi" sz="1800" b="0" strike="noStrike" spc="-1" dirty="0">
                <a:solidFill>
                  <a:schemeClr val="dk2"/>
                </a:solidFill>
                <a:latin typeface="Calibri"/>
                <a:ea typeface="Calibri"/>
              </a:rPr>
              <a:t>After the visit, the visitor gives a </a:t>
            </a:r>
            <a:r>
              <a:rPr lang="fi" sz="1800" b="1" strike="noStrike" spc="-1" dirty="0">
                <a:solidFill>
                  <a:schemeClr val="dk2"/>
                </a:solidFill>
                <a:latin typeface="Calibri"/>
                <a:ea typeface="Calibri"/>
              </a:rPr>
              <a:t>Satisfaction Score</a:t>
            </a:r>
            <a:r>
              <a:rPr lang="fi" sz="1800" b="0" strike="noStrike" spc="-1" dirty="0">
                <a:solidFill>
                  <a:schemeClr val="dk2"/>
                </a:solidFill>
                <a:latin typeface="Calibri"/>
                <a:ea typeface="Calibri"/>
              </a:rPr>
              <a:t> between 0 and 1. We will train a small neural network to predict what the score will be based on these inputs.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Google Shape;138;p 1"/>
          <p:cNvPicPr/>
          <p:nvPr/>
        </p:nvPicPr>
        <p:blipFill>
          <a:blip r:embed="rId2"/>
          <a:stretch/>
        </p:blipFill>
        <p:spPr>
          <a:xfrm>
            <a:off x="7620840" y="0"/>
            <a:ext cx="4570560" cy="6857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43;p15"/>
          <p:cNvPicPr/>
          <p:nvPr/>
        </p:nvPicPr>
        <p:blipFill>
          <a:blip r:embed="rId2"/>
          <a:stretch/>
        </p:blipFill>
        <p:spPr>
          <a:xfrm>
            <a:off x="1048680" y="751320"/>
            <a:ext cx="9695160" cy="5075280"/>
          </a:xfrm>
          <a:prstGeom prst="rect">
            <a:avLst/>
          </a:prstGeom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64560" y="577080"/>
            <a:ext cx="10007280" cy="1272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i" sz="3000" b="0" strike="noStrike" spc="-1">
                <a:solidFill>
                  <a:schemeClr val="lt1"/>
                </a:solidFill>
                <a:latin typeface="Nunito"/>
                <a:ea typeface="Nunito"/>
              </a:rPr>
              <a:t>Workflow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1091880" y="2654280"/>
            <a:ext cx="10007280" cy="3263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spcBef>
                <a:spcPts val="1885"/>
              </a:spcBef>
              <a:buNone/>
            </a:pPr>
            <a:endParaRPr lang="en-US" sz="1300" b="0" strike="noStrike" spc="-1">
              <a:solidFill>
                <a:schemeClr val="dk2"/>
              </a:solidFill>
              <a:latin typeface="Calibri"/>
              <a:ea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</TotalTime>
  <Words>353</Words>
  <Application>Microsoft Office PowerPoint</Application>
  <PresentationFormat>Widescreen</PresentationFormat>
  <Paragraphs>49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13</vt:i4>
      </vt:variant>
      <vt:variant>
        <vt:lpstr>Slide Titles</vt:lpstr>
      </vt:variant>
      <vt:variant>
        <vt:i4>14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Consolas</vt:lpstr>
      <vt:lpstr>Nunito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Shift</vt:lpstr>
      <vt:lpstr>Shift</vt:lpstr>
      <vt:lpstr>Getting started with  Geoscientific Machine Learning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Your First Neural Network</vt:lpstr>
      <vt:lpstr>In a Nutshell</vt:lpstr>
      <vt:lpstr>Workflow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pkmishra</dc:creator>
  <dc:description/>
  <cp:lastModifiedBy>Mishra Pankaj (GTK)</cp:lastModifiedBy>
  <cp:revision>5</cp:revision>
  <dcterms:created xsi:type="dcterms:W3CDTF">2026-05-30T10:38:42Z</dcterms:created>
  <dcterms:modified xsi:type="dcterms:W3CDTF">2026-05-31T14:24:21Z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11</vt:i4>
  </property>
</Properties>
</file>