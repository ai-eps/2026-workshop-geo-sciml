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85593" autoAdjust="0"/>
  </p:normalViewPr>
  <p:slideViewPr>
    <p:cSldViewPr snapToGrid="0">
      <p:cViewPr varScale="1">
        <p:scale>
          <a:sx n="96" d="100"/>
          <a:sy n="96" d="100"/>
        </p:scale>
        <p:origin x="6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B946-BEE8-4906-0904-E559083F16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16A60B-2A71-5CA2-2755-29DC0BECA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AE905-71D8-794C-3DEB-87F5E9D5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B0999-7574-F768-7512-7035ECF65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01C9D-C567-36D2-0582-0B8EB869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71349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EDA79-B361-18B8-9496-73BA610AC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C9E92-6D14-D8BA-8919-CDAB54340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1E9718-693C-FDAF-76F7-87EA2A225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C5E9-FFD4-69C0-5B01-FE5D5BCF7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5D60-F455-2EC9-5F50-D75E8A99B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7258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8DC4-138D-7B09-F0E1-AB6BD3159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4E43C-421D-1443-8B14-8999DB1F65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1DE37-A726-BB63-D315-BC6FD15F1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B95FA9-C0C8-6151-48E2-4833A01E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13887-7770-41BA-8B2C-2D174C5CD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1381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5A1C-91A3-A246-720C-3AD8671F4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7A459-8EAB-0F98-4B2D-55F173990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CF31BF-630F-2427-D379-FE7712B23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900BA-8CE1-7FDE-8A80-4C9FEA6C7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158DB3-7E2B-4696-3062-0038E7DA4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AEEFA-9478-FB31-3EC9-DF730246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42571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D080F-1CDD-93E1-51B9-FDCD149D2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2EEA28-BB45-278B-1D30-EAC1DDA3A0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03E72-CD2B-68C7-59C3-675ECBD9F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EA077B-F5CF-D3DF-078A-2250F7AC65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F33F43-9855-F3D3-7DEA-8AE41F3DAF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10DF17-11F2-E192-579D-2F6EB4C92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666811-28BC-15D7-4A85-FD638903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FC9C39-8256-E907-373E-A3CC28F7E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4632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195A-E085-D3A0-3F65-9EC13AA2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105BF-6E25-D346-5CFC-695B25153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0F2B74-B243-5C43-8EB1-C4606F992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4469BC-AAF7-424A-A61A-BB9126516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19268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605F25-CB56-A6EC-6C01-7024273E7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BE952-AE17-6918-0274-E2C4B4779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9DE69-5289-4930-1A5D-2BDB954E2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16710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63B5-027D-900F-4293-F235F1F9A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59CDD-1C06-0E40-7A13-849F8FE0E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E6D3F-C411-590A-4802-E7190EE82B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1B00AF-7719-32A3-4076-3DE705F29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94959E-8758-6ED4-176A-ED3C98DE3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6B945-5C9A-2143-8AE8-14D4F8EE2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89207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D020-9F74-5278-ED11-5B36CFA0D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578408-F838-4E85-58E0-98C2E9846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A30FAB-B4ED-1F29-1FBB-26B3B32CD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104F11-F43C-C1EC-FC2A-F600165F2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C12CF4-28D3-7485-6B18-3983E3BD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51C96-A681-6A4A-5822-E4859830F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72818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91CCE-EACD-2646-6A38-E9DC2934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42FFFB-1FE8-35AF-0E04-31BC6AE08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64FAD-6203-7882-4C45-91FAEE86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9D35C2-F969-DF69-7106-B29E27F9F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0902C9-FDA9-1429-26C9-96C409BC2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972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5B0333-6119-D1C5-6D7A-02C57E0D9D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F26EAB-032D-BF6A-4C68-0D687DC2E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CDB61-41D1-45EF-C94E-897FF1635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39D9B-35CF-81F1-6B9B-850F79575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4993C-E9A9-E915-1BE7-F2D124E43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2637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92C146-2EFB-8C9B-154B-FE605CA44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71B6F-E4C4-9FA8-42E9-B5DC0B825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F4ACA-F3FD-118B-BBA1-AA4893C8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A8C65D-9720-49C3-8094-FFC5E3F4DE4D}" type="datetimeFigureOut">
              <a:rPr lang="LID4096" smtClean="0"/>
              <a:t>05/30/2026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E37809-023F-EED8-8BAA-61B107D8B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A1FC4-C988-EA2C-68FB-E98670C32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F3DF64-0E9B-466E-9701-D2B6794F0E20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8330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00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D4223C-88E2-EF15-CF02-C7AFC58F8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271" y="1732204"/>
            <a:ext cx="11151173" cy="4915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81FA3D-D1AC-7557-2DC9-999E30DD5C93}"/>
              </a:ext>
            </a:extLst>
          </p:cNvPr>
          <p:cNvSpPr txBox="1"/>
          <p:nvPr/>
        </p:nvSpPr>
        <p:spPr>
          <a:xfrm>
            <a:off x="4747565" y="2223821"/>
            <a:ext cx="4206240" cy="36933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2032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2AF64C-EA0A-C67E-A0C7-E0015B1CB8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731" y="1527261"/>
            <a:ext cx="8464985" cy="481989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280095-9EA8-BA80-6FC1-2D7DC0EBA44F}"/>
              </a:ext>
            </a:extLst>
          </p:cNvPr>
          <p:cNvSpPr txBox="1"/>
          <p:nvPr/>
        </p:nvSpPr>
        <p:spPr>
          <a:xfrm>
            <a:off x="5592164" y="1527261"/>
            <a:ext cx="1630675" cy="36933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5192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B6BB37-8A86-8364-FAE7-E38B71E19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8" y="2172569"/>
            <a:ext cx="11284530" cy="13716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013B22F-D4D9-8A3C-56ED-46B16FFA0E81}"/>
              </a:ext>
            </a:extLst>
          </p:cNvPr>
          <p:cNvSpPr txBox="1"/>
          <p:nvPr/>
        </p:nvSpPr>
        <p:spPr>
          <a:xfrm>
            <a:off x="5018841" y="2105569"/>
            <a:ext cx="1630675" cy="369332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836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FA074D-571E-BFA7-87E0-8D77CB029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2" y="2134847"/>
            <a:ext cx="9722350" cy="188604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FF913E-5F26-5D6A-C4C0-D2FD4527D078}"/>
              </a:ext>
            </a:extLst>
          </p:cNvPr>
          <p:cNvSpPr txBox="1"/>
          <p:nvPr/>
        </p:nvSpPr>
        <p:spPr>
          <a:xfrm>
            <a:off x="5179775" y="2632264"/>
            <a:ext cx="1725774" cy="388914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02BDD2-32A0-B173-0FA6-6F5810790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92" y="4659959"/>
            <a:ext cx="9735050" cy="20003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8A5915-265C-7976-2B50-58AD585F5376}"/>
              </a:ext>
            </a:extLst>
          </p:cNvPr>
          <p:cNvSpPr txBox="1"/>
          <p:nvPr/>
        </p:nvSpPr>
        <p:spPr>
          <a:xfrm>
            <a:off x="5179775" y="5147473"/>
            <a:ext cx="1725774" cy="388914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endParaRPr lang="LID4096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386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C8391F-11AC-DA42-E973-6578AC98B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5" y="2032334"/>
            <a:ext cx="11214202" cy="3320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641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pkmishra</dc:creator>
  <cp:lastModifiedBy>pkmishra</cp:lastModifiedBy>
  <cp:revision>1</cp:revision>
  <dcterms:created xsi:type="dcterms:W3CDTF">2026-05-30T10:38:42Z</dcterms:created>
  <dcterms:modified xsi:type="dcterms:W3CDTF">2026-05-30T10:59:08Z</dcterms:modified>
</cp:coreProperties>
</file>