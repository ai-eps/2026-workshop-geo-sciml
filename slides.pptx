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5" r:id="rId3"/>
    <p:sldId id="264" r:id="rId4"/>
    <p:sldId id="256" r:id="rId5"/>
    <p:sldId id="257" r:id="rId6"/>
    <p:sldId id="258" r:id="rId7"/>
    <p:sldId id="259" r:id="rId8"/>
    <p:sldId id="260" r:id="rId9"/>
    <p:sldId id="261" r:id="rId10"/>
    <p:sldId id="262" r:id="rId11"/>
    <p:sldId id="266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0E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FB8A92-F67E-4639-86BE-B985C2F1D1DF}" v="17" dt="2026-05-30T12:09:45.9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5593" autoAdjust="0"/>
  </p:normalViewPr>
  <p:slideViewPr>
    <p:cSldViewPr snapToGrid="0">
      <p:cViewPr varScale="1">
        <p:scale>
          <a:sx n="96" d="100"/>
          <a:sy n="96" d="100"/>
        </p:scale>
        <p:origin x="6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B946-BEE8-4906-0904-E559083F16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16A60B-2A71-5CA2-2755-29DC0BECA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AE905-71D8-794C-3DEB-87F5E9D5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B0999-7574-F768-7512-7035ECF65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01C9D-C567-36D2-0582-0B8EB869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1349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EDA79-B361-18B8-9496-73BA610AC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C9E92-6D14-D8BA-8919-CDAB54340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E9718-693C-FDAF-76F7-87EA2A225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C5E9-FFD4-69C0-5B01-FE5D5BCF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5D60-F455-2EC9-5F50-D75E8A99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7258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8DC4-138D-7B09-F0E1-AB6BD3159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4E43C-421D-1443-8B14-8999DB1F6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1DE37-A726-BB63-D315-BC6FD15F1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95FA9-C0C8-6151-48E2-4833A01E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13887-7770-41BA-8B2C-2D174C5C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381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5A1C-91A3-A246-720C-3AD8671F4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7A459-8EAB-0F98-4B2D-55F173990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CF31BF-630F-2427-D379-FE7712B23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900BA-8CE1-7FDE-8A80-4C9FEA6C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158DB3-7E2B-4696-3062-0038E7DA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AEEFA-9478-FB31-3EC9-DF730246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42571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080F-1CDD-93E1-51B9-FDCD149D2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2EEA28-BB45-278B-1D30-EAC1DDA3A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03E72-CD2B-68C7-59C3-675ECBD9F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EA077B-F5CF-D3DF-078A-2250F7AC65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F33F43-9855-F3D3-7DEA-8AE41F3DAF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10DF17-11F2-E192-579D-2F6EB4C92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666811-28BC-15D7-4A85-FD638903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FC9C39-8256-E907-373E-A3CC28F7E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4632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195A-E085-D3A0-3F65-9EC13AA2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105BF-6E25-D346-5CFC-695B25153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0F2B74-B243-5C43-8EB1-C4606F99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4469BC-AAF7-424A-A61A-BB9126516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19268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605F25-CB56-A6EC-6C01-7024273E7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BE952-AE17-6918-0274-E2C4B4779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9DE69-5289-4930-1A5D-2BDB954E2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1671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63B5-027D-900F-4293-F235F1F9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59CDD-1C06-0E40-7A13-849F8FE0E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E6D3F-C411-590A-4802-E7190EE82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1B00AF-7719-32A3-4076-3DE705F2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4959E-8758-6ED4-176A-ED3C98DE3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B945-5C9A-2143-8AE8-14D4F8EE2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89207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020-9F74-5278-ED11-5B36CFA0D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578408-F838-4E85-58E0-98C2E9846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30FAB-B4ED-1F29-1FBB-26B3B32CD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104F11-F43C-C1EC-FC2A-F600165F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C12CF4-28D3-7485-6B18-3983E3BD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51C96-A681-6A4A-5822-E4859830F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2818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91CCE-EACD-2646-6A38-E9DC2934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42FFFB-1FE8-35AF-0E04-31BC6AE08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64FAD-6203-7882-4C45-91FAEE86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D35C2-F969-DF69-7106-B29E27F9F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0902C9-FDA9-1429-26C9-96C409BC2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972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B0333-6119-D1C5-6D7A-02C57E0D9D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F26EAB-032D-BF6A-4C68-0D687DC2E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CDB61-41D1-45EF-C94E-897FF1635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39D9B-35CF-81F1-6B9B-850F79575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4993C-E9A9-E915-1BE7-F2D124E43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2637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92C146-2EFB-8C9B-154B-FE605CA44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71B6F-E4C4-9FA8-42E9-B5DC0B825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F4ACA-F3FD-118B-BBA1-AA4893C8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37809-023F-EED8-8BAA-61B107D8B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A1FC4-C988-EA2C-68FB-E98670C32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8330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95D05-161F-9604-2232-F3F5D7DC2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592" y="194876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Getting started with Geoscientific Machine Learning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9A933E-E124-937D-6BD4-24F4A05D3432}"/>
              </a:ext>
            </a:extLst>
          </p:cNvPr>
          <p:cNvSpPr txBox="1"/>
          <p:nvPr/>
        </p:nvSpPr>
        <p:spPr>
          <a:xfrm>
            <a:off x="3273287" y="3399012"/>
            <a:ext cx="6804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2026 Workshop on AI in Earth &amp; Planetary Sciences</a:t>
            </a:r>
          </a:p>
        </p:txBody>
      </p:sp>
    </p:spTree>
    <p:extLst>
      <p:ext uri="{BB962C8B-B14F-4D97-AF65-F5344CB8AC3E}">
        <p14:creationId xmlns:p14="http://schemas.microsoft.com/office/powerpoint/2010/main" val="1037443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EE2C08-B297-DE9B-EA0C-B1C6E3D82D6C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Audience &amp; learning objectives</a:t>
            </a:r>
            <a:endParaRPr lang="en-GB" sz="2800" b="1" noProof="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CE9E4F-91E5-B8DD-54F5-79369835799F}"/>
              </a:ext>
            </a:extLst>
          </p:cNvPr>
          <p:cNvSpPr txBox="1"/>
          <p:nvPr/>
        </p:nvSpPr>
        <p:spPr>
          <a:xfrm>
            <a:off x="1431235" y="1616765"/>
            <a:ext cx="95349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 target audience is someone with no previous machine learning or programming experience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70119-FB86-408B-C200-ED821EB8FB25}"/>
              </a:ext>
            </a:extLst>
          </p:cNvPr>
          <p:cNvSpPr txBox="1"/>
          <p:nvPr/>
        </p:nvSpPr>
        <p:spPr>
          <a:xfrm>
            <a:off x="1338470" y="3671575"/>
            <a:ext cx="67321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 up a machine learning environment from scratch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utility programming tasks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your first neural network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continue learning after this workshop</a:t>
            </a:r>
          </a:p>
        </p:txBody>
      </p:sp>
    </p:spTree>
    <p:extLst>
      <p:ext uri="{BB962C8B-B14F-4D97-AF65-F5344CB8AC3E}">
        <p14:creationId xmlns:p14="http://schemas.microsoft.com/office/powerpoint/2010/main" val="1787536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0339EC-728B-B2B2-3A3C-4695FAD70119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Things we need</a:t>
            </a:r>
            <a:endParaRPr lang="en-GB" sz="2800" b="1" noProof="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DB3A7-0148-9238-3148-CA3253E7E9C0}"/>
              </a:ext>
            </a:extLst>
          </p:cNvPr>
          <p:cNvSpPr txBox="1"/>
          <p:nvPr/>
        </p:nvSpPr>
        <p:spPr>
          <a:xfrm>
            <a:off x="1205950" y="1206308"/>
            <a:ext cx="271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code editor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7EDAE8-7E72-E184-2B9A-463E158C531F}"/>
              </a:ext>
            </a:extLst>
          </p:cNvPr>
          <p:cNvSpPr txBox="1"/>
          <p:nvPr/>
        </p:nvSpPr>
        <p:spPr>
          <a:xfrm>
            <a:off x="7023653" y="1280563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programming language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328ACF-2063-BBBE-0BF5-909B0DB37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19" y="1993896"/>
            <a:ext cx="4377613" cy="41516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BD8311-04EA-3132-848B-57A3920C2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967" y="2215997"/>
            <a:ext cx="6797371" cy="325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179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2D13DC4-FA3D-4363-74DD-3AB55C0495B7}"/>
              </a:ext>
            </a:extLst>
          </p:cNvPr>
          <p:cNvSpPr txBox="1"/>
          <p:nvPr/>
        </p:nvSpPr>
        <p:spPr>
          <a:xfrm>
            <a:off x="6212089" y="50802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https://code.visualstudio.com/download</a:t>
            </a:r>
            <a:endParaRPr lang="en-GB" b="1" dirty="0">
              <a:solidFill>
                <a:srgbClr val="C00000"/>
              </a:solidFill>
            </a:endParaRPr>
          </a:p>
          <a:p>
            <a:endParaRPr lang="en-GB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82D227-DEE4-C705-BA02-1F7B0CBD7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891" y="1888753"/>
            <a:ext cx="4488572" cy="38390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4E67D0-755C-9830-B03E-5A45398A18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800" t="17848" r="21280"/>
          <a:stretch>
            <a:fillRect/>
          </a:stretch>
        </p:blipFill>
        <p:spPr>
          <a:xfrm>
            <a:off x="5237683" y="1081204"/>
            <a:ext cx="6817766" cy="516912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22619D9-9933-15E7-7B09-58501E63070D}"/>
              </a:ext>
            </a:extLst>
          </p:cNvPr>
          <p:cNvSpPr txBox="1"/>
          <p:nvPr/>
        </p:nvSpPr>
        <p:spPr>
          <a:xfrm>
            <a:off x="395020" y="1402732"/>
            <a:ext cx="3306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Via Microsoft software centre</a:t>
            </a:r>
          </a:p>
        </p:txBody>
      </p:sp>
    </p:spTree>
    <p:extLst>
      <p:ext uri="{BB962C8B-B14F-4D97-AF65-F5344CB8AC3E}">
        <p14:creationId xmlns:p14="http://schemas.microsoft.com/office/powerpoint/2010/main" val="51600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4223C-88E2-EF15-CF02-C7AFC58F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588"/>
          <a:stretch>
            <a:fillRect/>
          </a:stretch>
        </p:blipFill>
        <p:spPr>
          <a:xfrm>
            <a:off x="308271" y="2394811"/>
            <a:ext cx="11151173" cy="41981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81FA3D-D1AC-7557-2DC9-999E30DD5C93}"/>
              </a:ext>
            </a:extLst>
          </p:cNvPr>
          <p:cNvSpPr txBox="1"/>
          <p:nvPr/>
        </p:nvSpPr>
        <p:spPr>
          <a:xfrm>
            <a:off x="4747565" y="2886427"/>
            <a:ext cx="4206240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5D4813-06E6-6E7D-8CC2-B05B24AEEB32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 Julia via </a:t>
            </a:r>
            <a:r>
              <a:rPr lang="en-GB" sz="2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VSCode</a:t>
            </a:r>
            <a:endParaRPr lang="en-GB" sz="2800" b="1" noProof="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DA3AB-A68B-17F0-4B76-172F7CA2A73B}"/>
              </a:ext>
            </a:extLst>
          </p:cNvPr>
          <p:cNvSpPr txBox="1"/>
          <p:nvPr/>
        </p:nvSpPr>
        <p:spPr>
          <a:xfrm>
            <a:off x="4199667" y="788052"/>
            <a:ext cx="7866438" cy="369332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winget</a:t>
            </a:r>
            <a:r>
              <a:rPr lang="en-GB" b="1" dirty="0">
                <a:solidFill>
                  <a:srgbClr val="C00000"/>
                </a:solidFill>
                <a:latin typeface="Consolas" panose="020B0609020204030204" pitchFamily="49" charset="0"/>
              </a:rPr>
              <a:t> install --name Julia --id 9NJNWW8PVKMN -e -s </a:t>
            </a:r>
            <a:r>
              <a:rPr lang="en-GB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msstore</a:t>
            </a:r>
            <a:endParaRPr lang="en-GB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0C3BDD-72A3-D09C-6811-D7840C2F36F4}"/>
              </a:ext>
            </a:extLst>
          </p:cNvPr>
          <p:cNvSpPr txBox="1"/>
          <p:nvPr/>
        </p:nvSpPr>
        <p:spPr>
          <a:xfrm>
            <a:off x="2066067" y="805856"/>
            <a:ext cx="23005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Powershell (Windows)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20CC4F-16D9-B171-0EA6-9D882DC46BBD}"/>
              </a:ext>
            </a:extLst>
          </p:cNvPr>
          <p:cNvSpPr txBox="1"/>
          <p:nvPr/>
        </p:nvSpPr>
        <p:spPr>
          <a:xfrm>
            <a:off x="5883857" y="1617615"/>
            <a:ext cx="6096000" cy="369332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Consolas" panose="020B0609020204030204" pitchFamily="49" charset="0"/>
              </a:rPr>
              <a:t>curl -</a:t>
            </a:r>
            <a:r>
              <a:rPr lang="en-GB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fsSL</a:t>
            </a:r>
            <a:r>
              <a:rPr lang="en-GB" b="1" dirty="0">
                <a:solidFill>
                  <a:srgbClr val="C00000"/>
                </a:solidFill>
                <a:latin typeface="Consolas" panose="020B0609020204030204" pitchFamily="49" charset="0"/>
              </a:rPr>
              <a:t> https://install.julialang.org | </a:t>
            </a:r>
            <a:r>
              <a:rPr lang="en-GB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</a:t>
            </a:r>
            <a:endParaRPr lang="en-GB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526879-E274-E378-0C99-A17C789CAEBF}"/>
              </a:ext>
            </a:extLst>
          </p:cNvPr>
          <p:cNvSpPr txBox="1"/>
          <p:nvPr/>
        </p:nvSpPr>
        <p:spPr>
          <a:xfrm>
            <a:off x="3465444" y="1636026"/>
            <a:ext cx="274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Terminal (Linux/MacOS)</a:t>
            </a:r>
          </a:p>
        </p:txBody>
      </p:sp>
    </p:spTree>
    <p:extLst>
      <p:ext uri="{BB962C8B-B14F-4D97-AF65-F5344CB8AC3E}">
        <p14:creationId xmlns:p14="http://schemas.microsoft.com/office/powerpoint/2010/main" val="2762032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2AF64C-EA0A-C67E-A0C7-E0015B1CB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731" y="1527261"/>
            <a:ext cx="8464985" cy="48198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280095-9EA8-BA80-6FC1-2D7DC0EBA44F}"/>
              </a:ext>
            </a:extLst>
          </p:cNvPr>
          <p:cNvSpPr txBox="1"/>
          <p:nvPr/>
        </p:nvSpPr>
        <p:spPr>
          <a:xfrm>
            <a:off x="5592164" y="1527261"/>
            <a:ext cx="1630675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071632-3ACA-22CA-20AD-E99BE15C7D58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We’ll manage Julia installations via </a:t>
            </a:r>
            <a:r>
              <a:rPr lang="en-GB" sz="2800" b="1" noProof="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juliaup </a:t>
            </a:r>
          </a:p>
        </p:txBody>
      </p:sp>
    </p:spTree>
    <p:extLst>
      <p:ext uri="{BB962C8B-B14F-4D97-AF65-F5344CB8AC3E}">
        <p14:creationId xmlns:p14="http://schemas.microsoft.com/office/powerpoint/2010/main" val="705192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B6BB37-8A86-8364-FAE7-E38B71E19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8" y="2172569"/>
            <a:ext cx="11284530" cy="13716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13B22F-D4D9-8A3C-56ED-46B16FFA0E81}"/>
              </a:ext>
            </a:extLst>
          </p:cNvPr>
          <p:cNvSpPr txBox="1"/>
          <p:nvPr/>
        </p:nvSpPr>
        <p:spPr>
          <a:xfrm>
            <a:off x="5018841" y="2105569"/>
            <a:ext cx="1630675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AD410D-80E9-4668-D0B3-1AF51E11FB68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</a:t>
            </a:r>
            <a:r>
              <a:rPr lang="en-GB" sz="28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specific version of Julia</a:t>
            </a:r>
          </a:p>
        </p:txBody>
      </p:sp>
    </p:spTree>
    <p:extLst>
      <p:ext uri="{BB962C8B-B14F-4D97-AF65-F5344CB8AC3E}">
        <p14:creationId xmlns:p14="http://schemas.microsoft.com/office/powerpoint/2010/main" val="1376836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FA074D-571E-BFA7-87E0-8D77CB029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2" y="2134847"/>
            <a:ext cx="9722350" cy="18860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FF913E-5F26-5D6A-C4C0-D2FD4527D078}"/>
              </a:ext>
            </a:extLst>
          </p:cNvPr>
          <p:cNvSpPr txBox="1"/>
          <p:nvPr/>
        </p:nvSpPr>
        <p:spPr>
          <a:xfrm>
            <a:off x="5179775" y="2632264"/>
            <a:ext cx="1725774" cy="38891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02BDD2-32A0-B173-0FA6-6F5810790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92" y="4659959"/>
            <a:ext cx="9735050" cy="20003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8A5915-265C-7976-2B50-58AD585F5376}"/>
              </a:ext>
            </a:extLst>
          </p:cNvPr>
          <p:cNvSpPr txBox="1"/>
          <p:nvPr/>
        </p:nvSpPr>
        <p:spPr>
          <a:xfrm>
            <a:off x="5179775" y="5147473"/>
            <a:ext cx="1725774" cy="38891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9B2BDE-871A-E0F0-6DD5-2D91AC4BBFC7}"/>
              </a:ext>
            </a:extLst>
          </p:cNvPr>
          <p:cNvSpPr txBox="1"/>
          <p:nvPr/>
        </p:nvSpPr>
        <p:spPr>
          <a:xfrm>
            <a:off x="384419" y="264832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Making a specific version of Julia as your default</a:t>
            </a:r>
            <a:r>
              <a:rPr lang="en-GB" sz="28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32386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C8391F-11AC-DA42-E973-6578AC98B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5" y="2032334"/>
            <a:ext cx="11214202" cy="332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E3B3A-80C1-5C36-6E17-6EF89184A5D4}"/>
              </a:ext>
            </a:extLst>
          </p:cNvPr>
          <p:cNvSpPr txBox="1"/>
          <p:nvPr/>
        </p:nvSpPr>
        <p:spPr>
          <a:xfrm>
            <a:off x="823331" y="242886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start programming </a:t>
            </a:r>
          </a:p>
        </p:txBody>
      </p:sp>
    </p:spTree>
    <p:extLst>
      <p:ext uri="{BB962C8B-B14F-4D97-AF65-F5344CB8AC3E}">
        <p14:creationId xmlns:p14="http://schemas.microsoft.com/office/powerpoint/2010/main" val="2024641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4F06886-98DE-15F0-76FA-095C6B6BF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0662" y="2301810"/>
            <a:ext cx="12192000" cy="4419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C3AE45-3838-2086-CE29-742678E48A51}"/>
              </a:ext>
            </a:extLst>
          </p:cNvPr>
          <p:cNvSpPr txBox="1"/>
          <p:nvPr/>
        </p:nvSpPr>
        <p:spPr>
          <a:xfrm>
            <a:off x="823331" y="242886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(optional) Install Julia language support extension inside </a:t>
            </a:r>
            <a:r>
              <a:rPr lang="en-GB" sz="2800" b="1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VSCode</a:t>
            </a:r>
            <a:endParaRPr lang="en-GB" sz="2800" b="1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E7B910-933A-76FE-059A-81B64EDBEB89}"/>
              </a:ext>
            </a:extLst>
          </p:cNvPr>
          <p:cNvSpPr txBox="1"/>
          <p:nvPr/>
        </p:nvSpPr>
        <p:spPr>
          <a:xfrm>
            <a:off x="7845976" y="1060504"/>
            <a:ext cx="41728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If you’re using </a:t>
            </a:r>
            <a:r>
              <a:rPr lang="en-GB" b="1" dirty="0"/>
              <a:t>GTK</a:t>
            </a:r>
            <a:r>
              <a:rPr lang="en-GB" dirty="0"/>
              <a:t> </a:t>
            </a:r>
            <a:r>
              <a:rPr lang="en-GB" b="1" dirty="0"/>
              <a:t>WORK</a:t>
            </a:r>
            <a:r>
              <a:rPr lang="en-GB" dirty="0"/>
              <a:t> Laptop, </a:t>
            </a:r>
            <a:br>
              <a:rPr lang="en-GB" dirty="0"/>
            </a:br>
            <a:r>
              <a:rPr lang="en-GB" dirty="0"/>
              <a:t>don’t install this for now because in it maybe blocked by IT </a:t>
            </a:r>
          </a:p>
        </p:txBody>
      </p:sp>
      <p:pic>
        <p:nvPicPr>
          <p:cNvPr id="1026" name="Picture 2" descr="⚠️ Warning Emoji: Meaning &amp; Usage">
            <a:extLst>
              <a:ext uri="{FF2B5EF4-FFF2-40B4-BE49-F238E27FC236}">
                <a16:creationId xmlns:a16="http://schemas.microsoft.com/office/drawing/2014/main" id="{793FA974-79F1-032B-40CD-5667ACF481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0257" y="858926"/>
            <a:ext cx="1148486" cy="114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7632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36FEDF-843F-9A20-031A-B87FC58A8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16" y="1305340"/>
            <a:ext cx="10446800" cy="51783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E7AD7-C636-3BFF-5F23-86AEBD899163}"/>
              </a:ext>
            </a:extLst>
          </p:cNvPr>
          <p:cNvSpPr txBox="1"/>
          <p:nvPr/>
        </p:nvSpPr>
        <p:spPr>
          <a:xfrm>
            <a:off x="7502313" y="615605"/>
            <a:ext cx="45836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1E0EB2"/>
                </a:solidFill>
                <a:latin typeface="Consolas" panose="020B0609020204030204" pitchFamily="49" charset="0"/>
              </a:rPr>
              <a:t>https://geo-sciml.com/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4714E8-1A4B-D5C5-9BB9-6574F2EB3024}"/>
              </a:ext>
            </a:extLst>
          </p:cNvPr>
          <p:cNvSpPr txBox="1"/>
          <p:nvPr/>
        </p:nvSpPr>
        <p:spPr>
          <a:xfrm>
            <a:off x="670930" y="112714"/>
            <a:ext cx="1095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Continue learning after this session </a:t>
            </a:r>
            <a:endParaRPr lang="en-GB" sz="2800" b="1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211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183</Words>
  <Application>Microsoft Office PowerPoint</Application>
  <PresentationFormat>Widescreen</PresentationFormat>
  <Paragraphs>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Consolas</vt:lpstr>
      <vt:lpstr>Office Theme</vt:lpstr>
      <vt:lpstr>Getting started with Geoscientific Machine Learning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pkmishra</dc:creator>
  <cp:lastModifiedBy>Pankaj Kumar Mishra</cp:lastModifiedBy>
  <cp:revision>4</cp:revision>
  <dcterms:created xsi:type="dcterms:W3CDTF">2026-05-30T10:38:42Z</dcterms:created>
  <dcterms:modified xsi:type="dcterms:W3CDTF">2026-05-30T12:23:49Z</dcterms:modified>
</cp:coreProperties>
</file>